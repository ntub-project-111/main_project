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5" r:id="rId3"/>
    <p:sldId id="262" r:id="rId4"/>
    <p:sldId id="266" r:id="rId5"/>
    <p:sldId id="263" r:id="rId6"/>
    <p:sldId id="264" r:id="rId7"/>
    <p:sldId id="268" r:id="rId8"/>
    <p:sldId id="267" r:id="rId9"/>
  </p:sldIdLst>
  <p:sldSz cx="12192000" cy="2167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-232" y="-1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47136"/>
            <a:ext cx="10363200" cy="754581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83941"/>
            <a:ext cx="9144000" cy="523289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90" indent="0" algn="ctr">
              <a:buNone/>
              <a:defRPr sz="2667"/>
            </a:lvl2pPr>
            <a:lvl3pPr marL="1219181" indent="0" algn="ctr">
              <a:buNone/>
              <a:defRPr sz="2400"/>
            </a:lvl3pPr>
            <a:lvl4pPr marL="1828770" indent="0" algn="ctr">
              <a:buNone/>
              <a:defRPr sz="2132"/>
            </a:lvl4pPr>
            <a:lvl5pPr marL="2438360" indent="0" algn="ctr">
              <a:buNone/>
              <a:defRPr sz="2132"/>
            </a:lvl5pPr>
            <a:lvl6pPr marL="3047950" indent="0" algn="ctr">
              <a:buNone/>
              <a:defRPr sz="2132"/>
            </a:lvl6pPr>
            <a:lvl7pPr marL="3657539" indent="0" algn="ctr">
              <a:buNone/>
              <a:defRPr sz="2132"/>
            </a:lvl7pPr>
            <a:lvl8pPr marL="4267129" indent="0" algn="ctr">
              <a:buNone/>
              <a:defRPr sz="2132"/>
            </a:lvl8pPr>
            <a:lvl9pPr marL="4876719" indent="0" algn="ctr">
              <a:buNone/>
              <a:defRPr sz="213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32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36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403489"/>
            <a:ext cx="10515600" cy="901583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504621"/>
            <a:ext cx="10515600" cy="474121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9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8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70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4pPr>
            <a:lvl5pPr marL="2438360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5pPr>
            <a:lvl6pPr marL="3047950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6pPr>
            <a:lvl7pPr marL="3657539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7pPr>
            <a:lvl8pPr marL="4267129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8pPr>
            <a:lvl9pPr marL="4876719" indent="0">
              <a:buNone/>
              <a:defRPr sz="21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59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69736"/>
            <a:ext cx="5181600" cy="137520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69736"/>
            <a:ext cx="5181600" cy="137520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45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3953"/>
            <a:ext cx="10515600" cy="418933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5313177"/>
            <a:ext cx="5157787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90" indent="0">
              <a:buNone/>
              <a:defRPr sz="2667" b="1"/>
            </a:lvl2pPr>
            <a:lvl3pPr marL="1219181" indent="0">
              <a:buNone/>
              <a:defRPr sz="2400" b="1"/>
            </a:lvl3pPr>
            <a:lvl4pPr marL="1828770" indent="0">
              <a:buNone/>
              <a:defRPr sz="2132" b="1"/>
            </a:lvl4pPr>
            <a:lvl5pPr marL="2438360" indent="0">
              <a:buNone/>
              <a:defRPr sz="2132" b="1"/>
            </a:lvl5pPr>
            <a:lvl6pPr marL="3047950" indent="0">
              <a:buNone/>
              <a:defRPr sz="2132" b="1"/>
            </a:lvl6pPr>
            <a:lvl7pPr marL="3657539" indent="0">
              <a:buNone/>
              <a:defRPr sz="2132" b="1"/>
            </a:lvl7pPr>
            <a:lvl8pPr marL="4267129" indent="0">
              <a:buNone/>
              <a:defRPr sz="2132" b="1"/>
            </a:lvl8pPr>
            <a:lvl9pPr marL="4876719" indent="0">
              <a:buNone/>
              <a:defRPr sz="213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7917082"/>
            <a:ext cx="5157787" cy="1164483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313177"/>
            <a:ext cx="5183188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90" indent="0">
              <a:buNone/>
              <a:defRPr sz="2667" b="1"/>
            </a:lvl2pPr>
            <a:lvl3pPr marL="1219181" indent="0">
              <a:buNone/>
              <a:defRPr sz="2400" b="1"/>
            </a:lvl3pPr>
            <a:lvl4pPr marL="1828770" indent="0">
              <a:buNone/>
              <a:defRPr sz="2132" b="1"/>
            </a:lvl4pPr>
            <a:lvl5pPr marL="2438360" indent="0">
              <a:buNone/>
              <a:defRPr sz="2132" b="1"/>
            </a:lvl5pPr>
            <a:lvl6pPr marL="3047950" indent="0">
              <a:buNone/>
              <a:defRPr sz="2132" b="1"/>
            </a:lvl6pPr>
            <a:lvl7pPr marL="3657539" indent="0">
              <a:buNone/>
              <a:defRPr sz="2132" b="1"/>
            </a:lvl7pPr>
            <a:lvl8pPr marL="4267129" indent="0">
              <a:buNone/>
              <a:defRPr sz="2132" b="1"/>
            </a:lvl8pPr>
            <a:lvl9pPr marL="4876719" indent="0">
              <a:buNone/>
              <a:defRPr sz="213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917082"/>
            <a:ext cx="5183188" cy="1164483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06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3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23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444943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20679"/>
            <a:ext cx="6172200" cy="1540268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6502241"/>
            <a:ext cx="3932237" cy="12046207"/>
          </a:xfrm>
        </p:spPr>
        <p:txBody>
          <a:bodyPr/>
          <a:lstStyle>
            <a:lvl1pPr marL="0" indent="0">
              <a:buNone/>
              <a:defRPr sz="2132"/>
            </a:lvl1pPr>
            <a:lvl2pPr marL="609590" indent="0">
              <a:buNone/>
              <a:defRPr sz="1868"/>
            </a:lvl2pPr>
            <a:lvl3pPr marL="1219181" indent="0">
              <a:buNone/>
              <a:defRPr sz="1600"/>
            </a:lvl3pPr>
            <a:lvl4pPr marL="1828770" indent="0">
              <a:buNone/>
              <a:defRPr sz="1333"/>
            </a:lvl4pPr>
            <a:lvl5pPr marL="2438360" indent="0">
              <a:buNone/>
              <a:defRPr sz="1333"/>
            </a:lvl5pPr>
            <a:lvl6pPr marL="3047950" indent="0">
              <a:buNone/>
              <a:defRPr sz="1333"/>
            </a:lvl6pPr>
            <a:lvl7pPr marL="3657539" indent="0">
              <a:buNone/>
              <a:defRPr sz="1333"/>
            </a:lvl7pPr>
            <a:lvl8pPr marL="4267129" indent="0">
              <a:buNone/>
              <a:defRPr sz="1333"/>
            </a:lvl8pPr>
            <a:lvl9pPr marL="4876719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27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444943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20679"/>
            <a:ext cx="6172200" cy="1540268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90" indent="0">
              <a:buNone/>
              <a:defRPr sz="3733"/>
            </a:lvl2pPr>
            <a:lvl3pPr marL="1219181" indent="0">
              <a:buNone/>
              <a:defRPr sz="3200"/>
            </a:lvl3pPr>
            <a:lvl4pPr marL="1828770" indent="0">
              <a:buNone/>
              <a:defRPr sz="2667"/>
            </a:lvl4pPr>
            <a:lvl5pPr marL="2438360" indent="0">
              <a:buNone/>
              <a:defRPr sz="2667"/>
            </a:lvl5pPr>
            <a:lvl6pPr marL="3047950" indent="0">
              <a:buNone/>
              <a:defRPr sz="2667"/>
            </a:lvl6pPr>
            <a:lvl7pPr marL="3657539" indent="0">
              <a:buNone/>
              <a:defRPr sz="2667"/>
            </a:lvl7pPr>
            <a:lvl8pPr marL="4267129" indent="0">
              <a:buNone/>
              <a:defRPr sz="2667"/>
            </a:lvl8pPr>
            <a:lvl9pPr marL="4876719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6502241"/>
            <a:ext cx="3932237" cy="12046207"/>
          </a:xfrm>
        </p:spPr>
        <p:txBody>
          <a:bodyPr/>
          <a:lstStyle>
            <a:lvl1pPr marL="0" indent="0">
              <a:buNone/>
              <a:defRPr sz="2132"/>
            </a:lvl1pPr>
            <a:lvl2pPr marL="609590" indent="0">
              <a:buNone/>
              <a:defRPr sz="1868"/>
            </a:lvl2pPr>
            <a:lvl3pPr marL="1219181" indent="0">
              <a:buNone/>
              <a:defRPr sz="1600"/>
            </a:lvl3pPr>
            <a:lvl4pPr marL="1828770" indent="0">
              <a:buNone/>
              <a:defRPr sz="1333"/>
            </a:lvl4pPr>
            <a:lvl5pPr marL="2438360" indent="0">
              <a:buNone/>
              <a:defRPr sz="1333"/>
            </a:lvl5pPr>
            <a:lvl6pPr marL="3047950" indent="0">
              <a:buNone/>
              <a:defRPr sz="1333"/>
            </a:lvl6pPr>
            <a:lvl7pPr marL="3657539" indent="0">
              <a:buNone/>
              <a:defRPr sz="1333"/>
            </a:lvl7pPr>
            <a:lvl8pPr marL="4267129" indent="0">
              <a:buNone/>
              <a:defRPr sz="1333"/>
            </a:lvl8pPr>
            <a:lvl9pPr marL="4876719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60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06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3948"/>
            <a:ext cx="2628900" cy="1836782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3948"/>
            <a:ext cx="7734300" cy="1836782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83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3953"/>
            <a:ext cx="105156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69736"/>
            <a:ext cx="105156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88721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30C9A-F68A-4816-989E-68BA7A4CE5CA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88721"/>
            <a:ext cx="41148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88721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3191E-63B3-42CE-B22C-2B1DB5C17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71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19181" rtl="0" eaLnBrk="1" latinLnBrk="0" hangingPunct="1">
        <a:lnSpc>
          <a:spcPct val="90000"/>
        </a:lnSpc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4" indent="-304794" algn="l" defTabSz="1219181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84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75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65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54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44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35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925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514" indent="-304794" algn="l" defTabSz="1219181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90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81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70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60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50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39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29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19" algn="l" defTabSz="121918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310896" y="3880153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登入系統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2217A90F-A4D1-DFF8-BC76-531DDA1AC7C3}"/>
              </a:ext>
            </a:extLst>
          </p:cNvPr>
          <p:cNvGrpSpPr/>
          <p:nvPr/>
        </p:nvGrpSpPr>
        <p:grpSpPr>
          <a:xfrm>
            <a:off x="1617966" y="5152744"/>
            <a:ext cx="8956067" cy="11331220"/>
            <a:chOff x="1528559" y="7405291"/>
            <a:chExt cx="8956067" cy="11331220"/>
          </a:xfrm>
        </p:grpSpPr>
        <p:cxnSp>
          <p:nvCxnSpPr>
            <p:cNvPr id="68" name="直線接點 67"/>
            <p:cNvCxnSpPr>
              <a:cxnSpLocks/>
            </p:cNvCxnSpPr>
            <p:nvPr/>
          </p:nvCxnSpPr>
          <p:spPr>
            <a:xfrm>
              <a:off x="2960457" y="8264306"/>
              <a:ext cx="25478" cy="1047220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>
              <a:cxnSpLocks/>
            </p:cNvCxnSpPr>
            <p:nvPr/>
          </p:nvCxnSpPr>
          <p:spPr>
            <a:xfrm>
              <a:off x="4447421" y="8692206"/>
              <a:ext cx="48654" cy="1004430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/>
            <p:cNvSpPr/>
            <p:nvPr/>
          </p:nvSpPr>
          <p:spPr>
            <a:xfrm>
              <a:off x="2128491" y="9187689"/>
              <a:ext cx="8356135" cy="90844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8559" y="7405291"/>
              <a:ext cx="424439" cy="606567"/>
            </a:xfrm>
            <a:prstGeom prst="rect">
              <a:avLst/>
            </a:prstGeom>
          </p:spPr>
        </p:pic>
        <p:cxnSp>
          <p:nvCxnSpPr>
            <p:cNvPr id="7" name="直線接點 6"/>
            <p:cNvCxnSpPr>
              <a:cxnSpLocks/>
            </p:cNvCxnSpPr>
            <p:nvPr/>
          </p:nvCxnSpPr>
          <p:spPr>
            <a:xfrm>
              <a:off x="1702411" y="8011859"/>
              <a:ext cx="0" cy="10724651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2122238" y="9187690"/>
              <a:ext cx="556640" cy="3347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opt</a:t>
              </a:r>
              <a:endParaRPr lang="zh-TW" altLang="en-US" sz="1575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173709" y="11934976"/>
              <a:ext cx="110184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creatUser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4" name="直線單箭頭接點 13"/>
            <p:cNvCxnSpPr/>
            <p:nvPr/>
          </p:nvCxnSpPr>
          <p:spPr>
            <a:xfrm>
              <a:off x="4426955" y="12401352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2133429" y="9545591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679835" y="12423884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</a:t>
              </a:r>
              <a:endParaRPr lang="zh-TW" altLang="en-US" sz="1575" dirty="0"/>
            </a:p>
          </p:txBody>
        </p:sp>
        <p:cxnSp>
          <p:nvCxnSpPr>
            <p:cNvPr id="17" name="直線接點 16"/>
            <p:cNvCxnSpPr>
              <a:cxnSpLocks/>
            </p:cNvCxnSpPr>
            <p:nvPr/>
          </p:nvCxnSpPr>
          <p:spPr>
            <a:xfrm>
              <a:off x="7736869" y="8966398"/>
              <a:ext cx="21284" cy="963580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/>
            <p:nvPr/>
          </p:nvCxnSpPr>
          <p:spPr>
            <a:xfrm flipH="1">
              <a:off x="4523334" y="12780491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5151848" y="13997091"/>
              <a:ext cx="20696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newUser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583416" y="14393677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318518" y="15376877"/>
              <a:ext cx="16155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modifyUser</a:t>
              </a:r>
              <a:r>
                <a:rPr lang="en-US" altLang="zh-TW" sz="1575" dirty="0"/>
                <a:t>(user)</a:t>
              </a:r>
              <a:endParaRPr lang="zh-TW" altLang="en-US" sz="1575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5548354" y="17495266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37569" y="17130091"/>
              <a:ext cx="169546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(user)</a:t>
              </a:r>
              <a:endParaRPr lang="zh-TW" altLang="en-US" sz="1575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821462" y="15816145"/>
              <a:ext cx="540533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user</a:t>
              </a:r>
              <a:endParaRPr lang="zh-TW" altLang="en-US" sz="1575" dirty="0"/>
            </a:p>
          </p:txBody>
        </p:sp>
        <p:cxnSp>
          <p:nvCxnSpPr>
            <p:cNvPr id="26" name="直線單箭頭接點 25"/>
            <p:cNvCxnSpPr/>
            <p:nvPr/>
          </p:nvCxnSpPr>
          <p:spPr>
            <a:xfrm>
              <a:off x="4409806" y="14358769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/>
            <p:nvPr/>
          </p:nvCxnSpPr>
          <p:spPr>
            <a:xfrm>
              <a:off x="4454935" y="15703062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/>
            <p:nvPr/>
          </p:nvCxnSpPr>
          <p:spPr>
            <a:xfrm>
              <a:off x="4442228" y="17470815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 flipH="1">
              <a:off x="4538715" y="14738294"/>
              <a:ext cx="3057825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cxnSpLocks/>
            </p:cNvCxnSpPr>
            <p:nvPr/>
          </p:nvCxnSpPr>
          <p:spPr>
            <a:xfrm flipH="1">
              <a:off x="4576097" y="16134268"/>
              <a:ext cx="31148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/>
            <p:cNvCxnSpPr/>
            <p:nvPr/>
          </p:nvCxnSpPr>
          <p:spPr>
            <a:xfrm flipH="1">
              <a:off x="4550225" y="17830788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>
              <a:cxnSpLocks/>
            </p:cNvCxnSpPr>
            <p:nvPr/>
          </p:nvCxnSpPr>
          <p:spPr>
            <a:xfrm flipH="1">
              <a:off x="2122238" y="11822584"/>
              <a:ext cx="8356135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2149928" y="11948725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7685164" y="12200356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4" name="矩形 33"/>
            <p:cNvSpPr/>
            <p:nvPr/>
          </p:nvSpPr>
          <p:spPr>
            <a:xfrm>
              <a:off x="2913566" y="8342353"/>
              <a:ext cx="136436" cy="10203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5" name="矩形 34"/>
            <p:cNvSpPr/>
            <p:nvPr/>
          </p:nvSpPr>
          <p:spPr>
            <a:xfrm>
              <a:off x="2580973" y="7766374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4229161" y="817768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7204512" y="845088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:User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9198227" y="8469835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576596" y="12033003"/>
              <a:ext cx="110184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creatUser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4394305" y="12015001"/>
              <a:ext cx="144410" cy="30197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48" name="直線單箭頭接點 47"/>
            <p:cNvCxnSpPr/>
            <p:nvPr/>
          </p:nvCxnSpPr>
          <p:spPr>
            <a:xfrm flipH="1">
              <a:off x="3050138" y="14867219"/>
              <a:ext cx="13972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3057183" y="14486917"/>
              <a:ext cx="139352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creatComplete</a:t>
              </a:r>
              <a:endParaRPr lang="zh-TW" altLang="en-US" sz="1575" dirty="0"/>
            </a:p>
          </p:txBody>
        </p:sp>
        <p:sp>
          <p:nvSpPr>
            <p:cNvPr id="50" name="矩形 49"/>
            <p:cNvSpPr/>
            <p:nvPr/>
          </p:nvSpPr>
          <p:spPr>
            <a:xfrm>
              <a:off x="4417560" y="15308711"/>
              <a:ext cx="132468" cy="2811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118787" y="15234885"/>
              <a:ext cx="119224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modifyUser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52" name="直線單箭頭接點 51"/>
            <p:cNvCxnSpPr/>
            <p:nvPr/>
          </p:nvCxnSpPr>
          <p:spPr>
            <a:xfrm>
              <a:off x="3090639" y="15553839"/>
              <a:ext cx="135678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968750" y="17560987"/>
              <a:ext cx="155132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modifyComplete</a:t>
              </a:r>
              <a:endParaRPr lang="zh-TW" altLang="en-US" sz="1575" dirty="0"/>
            </a:p>
          </p:txBody>
        </p:sp>
        <p:cxnSp>
          <p:nvCxnSpPr>
            <p:cNvPr id="54" name="直線單箭頭接點 53"/>
            <p:cNvCxnSpPr/>
            <p:nvPr/>
          </p:nvCxnSpPr>
          <p:spPr>
            <a:xfrm flipH="1">
              <a:off x="3040335" y="17973667"/>
              <a:ext cx="135678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>
              <a:cxnSpLocks/>
            </p:cNvCxnSpPr>
            <p:nvPr/>
          </p:nvCxnSpPr>
          <p:spPr>
            <a:xfrm>
              <a:off x="9761717" y="9010262"/>
              <a:ext cx="25470" cy="963580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字方塊 55"/>
            <p:cNvSpPr txBox="1"/>
            <p:nvPr/>
          </p:nvSpPr>
          <p:spPr>
            <a:xfrm>
              <a:off x="7814744" y="14262663"/>
              <a:ext cx="196780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7954820" y="15417370"/>
              <a:ext cx="169001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getUserRec</a:t>
              </a:r>
              <a:r>
                <a:rPr lang="en-US" altLang="zh-TW" sz="1575" dirty="0"/>
                <a:t>(email)</a:t>
              </a:r>
              <a:endParaRPr lang="zh-TW" altLang="en-US" sz="1575" dirty="0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8429293" y="15741563"/>
              <a:ext cx="8319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userRec</a:t>
              </a:r>
              <a:endParaRPr lang="zh-TW" altLang="en-US" sz="1575" dirty="0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7823139" y="17343011"/>
              <a:ext cx="1986891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60" name="直線單箭頭接點 59"/>
            <p:cNvCxnSpPr/>
            <p:nvPr/>
          </p:nvCxnSpPr>
          <p:spPr>
            <a:xfrm>
              <a:off x="4493436" y="8833390"/>
              <a:ext cx="269331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2014465" y="8205539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62" name="直線單箭頭接點 61"/>
            <p:cNvCxnSpPr>
              <a:cxnSpLocks/>
            </p:cNvCxnSpPr>
            <p:nvPr/>
          </p:nvCxnSpPr>
          <p:spPr>
            <a:xfrm>
              <a:off x="1702411" y="8561330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文字方塊 62"/>
            <p:cNvSpPr txBox="1"/>
            <p:nvPr/>
          </p:nvSpPr>
          <p:spPr>
            <a:xfrm>
              <a:off x="1785400" y="7798396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4" name="直線單箭頭接點 63"/>
            <p:cNvCxnSpPr/>
            <p:nvPr/>
          </p:nvCxnSpPr>
          <p:spPr>
            <a:xfrm>
              <a:off x="3050371" y="8580580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字方塊 64"/>
            <p:cNvSpPr txBox="1"/>
            <p:nvPr/>
          </p:nvSpPr>
          <p:spPr>
            <a:xfrm>
              <a:off x="3301665" y="8249567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6" name="直線單箭頭接點 65"/>
            <p:cNvCxnSpPr>
              <a:cxnSpLocks/>
            </p:cNvCxnSpPr>
            <p:nvPr/>
          </p:nvCxnSpPr>
          <p:spPr>
            <a:xfrm>
              <a:off x="1689235" y="8137380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文字方塊 66"/>
            <p:cNvSpPr txBox="1"/>
            <p:nvPr/>
          </p:nvSpPr>
          <p:spPr>
            <a:xfrm>
              <a:off x="5759631" y="8522894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9" name="直線單箭頭接點 68"/>
            <p:cNvCxnSpPr>
              <a:cxnSpLocks/>
            </p:cNvCxnSpPr>
            <p:nvPr/>
          </p:nvCxnSpPr>
          <p:spPr>
            <a:xfrm>
              <a:off x="7754470" y="14623683"/>
              <a:ext cx="20377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>
              <a:cxnSpLocks/>
            </p:cNvCxnSpPr>
            <p:nvPr/>
          </p:nvCxnSpPr>
          <p:spPr>
            <a:xfrm>
              <a:off x="7819106" y="17690182"/>
              <a:ext cx="19590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>
              <a:cxnSpLocks/>
            </p:cNvCxnSpPr>
            <p:nvPr/>
          </p:nvCxnSpPr>
          <p:spPr>
            <a:xfrm>
              <a:off x="7810860" y="15768942"/>
              <a:ext cx="19508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cxnSpLocks/>
            </p:cNvCxnSpPr>
            <p:nvPr/>
          </p:nvCxnSpPr>
          <p:spPr>
            <a:xfrm flipH="1">
              <a:off x="7810860" y="16066888"/>
              <a:ext cx="1950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4379823" y="8723694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1EC89196-9219-EDC0-FBCC-FFD525AD1D79}"/>
                </a:ext>
              </a:extLst>
            </p:cNvPr>
            <p:cNvCxnSpPr>
              <a:cxnSpLocks/>
            </p:cNvCxnSpPr>
            <p:nvPr/>
          </p:nvCxnSpPr>
          <p:spPr>
            <a:xfrm>
              <a:off x="3027656" y="12269682"/>
              <a:ext cx="13821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3D4CA14-4280-DCD3-22DC-580428AD39E5}"/>
                </a:ext>
              </a:extLst>
            </p:cNvPr>
            <p:cNvCxnSpPr/>
            <p:nvPr/>
          </p:nvCxnSpPr>
          <p:spPr>
            <a:xfrm>
              <a:off x="4437463" y="13330722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12807BA-944D-81B5-FA59-FCB67CAF1BE3}"/>
                </a:ext>
              </a:extLst>
            </p:cNvPr>
            <p:cNvSpPr txBox="1"/>
            <p:nvPr/>
          </p:nvSpPr>
          <p:spPr>
            <a:xfrm>
              <a:off x="5514000" y="13395247"/>
              <a:ext cx="134004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itemMessage</a:t>
              </a:r>
              <a:endParaRPr lang="zh-TW" altLang="en-US" sz="1575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92F4FFD4-7B4A-6B6F-EF8C-44C34C58830C}"/>
                </a:ext>
              </a:extLst>
            </p:cNvPr>
            <p:cNvCxnSpPr/>
            <p:nvPr/>
          </p:nvCxnSpPr>
          <p:spPr>
            <a:xfrm flipH="1">
              <a:off x="4511060" y="13759446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20D6C13-74A3-AE08-64CA-9834AD168B98}"/>
                </a:ext>
              </a:extLst>
            </p:cNvPr>
            <p:cNvSpPr txBox="1"/>
            <p:nvPr/>
          </p:nvSpPr>
          <p:spPr>
            <a:xfrm>
              <a:off x="5309466" y="13005428"/>
              <a:ext cx="18891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checkItem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userItem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79" name="直線單箭頭接點 78">
              <a:extLst>
                <a:ext uri="{FF2B5EF4-FFF2-40B4-BE49-F238E27FC236}">
                  <a16:creationId xmlns:a16="http://schemas.microsoft.com/office/drawing/2014/main" id="{8F227B02-8253-37E6-C1BA-982EF46EA6DF}"/>
                </a:ext>
              </a:extLst>
            </p:cNvPr>
            <p:cNvCxnSpPr/>
            <p:nvPr/>
          </p:nvCxnSpPr>
          <p:spPr>
            <a:xfrm>
              <a:off x="4433647" y="16582678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D135A39C-B814-B014-4992-0E35DA8DB4DC}"/>
                </a:ext>
              </a:extLst>
            </p:cNvPr>
            <p:cNvSpPr txBox="1"/>
            <p:nvPr/>
          </p:nvSpPr>
          <p:spPr>
            <a:xfrm>
              <a:off x="5532775" y="16627861"/>
              <a:ext cx="1452161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itemMessage</a:t>
              </a:r>
              <a:endParaRPr lang="zh-TW" altLang="en-US" sz="1575" dirty="0"/>
            </a:p>
          </p:txBody>
        </p: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D71414FE-A2E8-2D99-2E97-C5983C11DC51}"/>
                </a:ext>
              </a:extLst>
            </p:cNvPr>
            <p:cNvCxnSpPr/>
            <p:nvPr/>
          </p:nvCxnSpPr>
          <p:spPr>
            <a:xfrm flipH="1">
              <a:off x="4531905" y="16982284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A526B4DE-8860-938D-1E64-DE81B0330DC7}"/>
                </a:ext>
              </a:extLst>
            </p:cNvPr>
            <p:cNvSpPr txBox="1"/>
            <p:nvPr/>
          </p:nvSpPr>
          <p:spPr>
            <a:xfrm>
              <a:off x="5282174" y="16247865"/>
              <a:ext cx="18891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checkItem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userItem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C9879443-F003-31DA-5E48-4F32C556C3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2238" y="15195035"/>
              <a:ext cx="8356135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0F9B5E67-7C6A-4ED5-15FF-76BC627FD1AE}"/>
                </a:ext>
              </a:extLst>
            </p:cNvPr>
            <p:cNvSpPr txBox="1"/>
            <p:nvPr/>
          </p:nvSpPr>
          <p:spPr>
            <a:xfrm>
              <a:off x="2145076" y="15347572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[select=3]</a:t>
              </a:r>
              <a:endParaRPr lang="zh-TW" altLang="en-US" sz="1125" dirty="0"/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31B6703C-55B2-30E5-D750-29A56750DA10}"/>
                </a:ext>
              </a:extLst>
            </p:cNvPr>
            <p:cNvSpPr txBox="1"/>
            <p:nvPr/>
          </p:nvSpPr>
          <p:spPr>
            <a:xfrm>
              <a:off x="3201906" y="9396801"/>
              <a:ext cx="111761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inputUser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05" name="直線單箭頭接點 104">
              <a:extLst>
                <a:ext uri="{FF2B5EF4-FFF2-40B4-BE49-F238E27FC236}">
                  <a16:creationId xmlns:a16="http://schemas.microsoft.com/office/drawing/2014/main" id="{A6B3A8C4-18BB-2D50-6147-0E74BC19AF0A}"/>
                </a:ext>
              </a:extLst>
            </p:cNvPr>
            <p:cNvCxnSpPr/>
            <p:nvPr/>
          </p:nvCxnSpPr>
          <p:spPr>
            <a:xfrm>
              <a:off x="4414652" y="9849358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98A5E238-E54A-35D4-33B6-B3DB24587DE9}"/>
                </a:ext>
              </a:extLst>
            </p:cNvPr>
            <p:cNvSpPr txBox="1"/>
            <p:nvPr/>
          </p:nvSpPr>
          <p:spPr>
            <a:xfrm>
              <a:off x="5821463" y="9964162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>
                  <a:solidFill>
                    <a:sysClr val="windowText" lastClr="000000"/>
                  </a:solidFill>
                </a:rPr>
                <a:t>User</a:t>
              </a:r>
              <a:endParaRPr lang="zh-TW" altLang="en-US" sz="1575" dirty="0"/>
            </a:p>
          </p:txBody>
        </p:sp>
        <p:cxnSp>
          <p:nvCxnSpPr>
            <p:cNvPr id="107" name="直線單箭頭接點 106">
              <a:extLst>
                <a:ext uri="{FF2B5EF4-FFF2-40B4-BE49-F238E27FC236}">
                  <a16:creationId xmlns:a16="http://schemas.microsoft.com/office/drawing/2014/main" id="{A611DB36-7F38-89AB-9BBC-23733AC392F1}"/>
                </a:ext>
              </a:extLst>
            </p:cNvPr>
            <p:cNvCxnSpPr/>
            <p:nvPr/>
          </p:nvCxnSpPr>
          <p:spPr>
            <a:xfrm flipH="1">
              <a:off x="4531907" y="10311743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3C6D960A-5ED0-6E1A-0F1D-45C0825E3072}"/>
                </a:ext>
              </a:extLst>
            </p:cNvPr>
            <p:cNvSpPr/>
            <p:nvPr/>
          </p:nvSpPr>
          <p:spPr>
            <a:xfrm>
              <a:off x="7673413" y="9648701"/>
              <a:ext cx="137448" cy="82793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C845FF16-66A1-D0F9-AF04-EA692D52C144}"/>
                </a:ext>
              </a:extLst>
            </p:cNvPr>
            <p:cNvSpPr txBox="1"/>
            <p:nvPr/>
          </p:nvSpPr>
          <p:spPr>
            <a:xfrm>
              <a:off x="5429164" y="9514312"/>
              <a:ext cx="147348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inputUser</a:t>
              </a:r>
              <a:r>
                <a:rPr lang="en-US" altLang="zh-TW" sz="1575" dirty="0"/>
                <a:t>(user)</a:t>
              </a:r>
              <a:endParaRPr lang="zh-TW" altLang="en-US" sz="1575" dirty="0"/>
            </a:p>
          </p:txBody>
        </p:sp>
        <p:cxnSp>
          <p:nvCxnSpPr>
            <p:cNvPr id="114" name="直線單箭頭接點 113">
              <a:extLst>
                <a:ext uri="{FF2B5EF4-FFF2-40B4-BE49-F238E27FC236}">
                  <a16:creationId xmlns:a16="http://schemas.microsoft.com/office/drawing/2014/main" id="{BCC814BB-9FCD-2E19-D738-339E4310F527}"/>
                </a:ext>
              </a:extLst>
            </p:cNvPr>
            <p:cNvCxnSpPr/>
            <p:nvPr/>
          </p:nvCxnSpPr>
          <p:spPr>
            <a:xfrm flipH="1">
              <a:off x="3041537" y="11347072"/>
              <a:ext cx="13972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5954BB9F-C66D-B7E3-53E9-6DDEEB871423}"/>
                </a:ext>
              </a:extLst>
            </p:cNvPr>
            <p:cNvSpPr txBox="1"/>
            <p:nvPr/>
          </p:nvSpPr>
          <p:spPr>
            <a:xfrm>
              <a:off x="3032512" y="10989096"/>
              <a:ext cx="140929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inputComplete</a:t>
              </a:r>
              <a:endParaRPr lang="zh-TW" altLang="en-US" sz="1575" dirty="0"/>
            </a:p>
          </p:txBody>
        </p:sp>
        <p:cxnSp>
          <p:nvCxnSpPr>
            <p:cNvPr id="118" name="直線單箭頭接點 117">
              <a:extLst>
                <a:ext uri="{FF2B5EF4-FFF2-40B4-BE49-F238E27FC236}">
                  <a16:creationId xmlns:a16="http://schemas.microsoft.com/office/drawing/2014/main" id="{88007402-EF74-2B73-51C8-4004452ED77C}"/>
                </a:ext>
              </a:extLst>
            </p:cNvPr>
            <p:cNvCxnSpPr>
              <a:cxnSpLocks/>
            </p:cNvCxnSpPr>
            <p:nvPr/>
          </p:nvCxnSpPr>
          <p:spPr>
            <a:xfrm>
              <a:off x="3032512" y="9729778"/>
              <a:ext cx="13821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線單箭頭接點 118">
              <a:extLst>
                <a:ext uri="{FF2B5EF4-FFF2-40B4-BE49-F238E27FC236}">
                  <a16:creationId xmlns:a16="http://schemas.microsoft.com/office/drawing/2014/main" id="{0C2D4644-EB19-80CE-1F45-23D6695E4D5F}"/>
                </a:ext>
              </a:extLst>
            </p:cNvPr>
            <p:cNvCxnSpPr/>
            <p:nvPr/>
          </p:nvCxnSpPr>
          <p:spPr>
            <a:xfrm>
              <a:off x="4429266" y="10902895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88C3558E-8755-FDCD-364B-81587EF51620}"/>
                </a:ext>
              </a:extLst>
            </p:cNvPr>
            <p:cNvSpPr txBox="1"/>
            <p:nvPr/>
          </p:nvSpPr>
          <p:spPr>
            <a:xfrm>
              <a:off x="5554802" y="10934192"/>
              <a:ext cx="134004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itemMessage</a:t>
              </a:r>
              <a:endParaRPr lang="zh-TW" altLang="en-US" sz="1575" dirty="0"/>
            </a:p>
          </p:txBody>
        </p:sp>
        <p:cxnSp>
          <p:nvCxnSpPr>
            <p:cNvPr id="121" name="直線單箭頭接點 120">
              <a:extLst>
                <a:ext uri="{FF2B5EF4-FFF2-40B4-BE49-F238E27FC236}">
                  <a16:creationId xmlns:a16="http://schemas.microsoft.com/office/drawing/2014/main" id="{074986C1-D4CF-3BFA-D0EE-17FB7A6F3A63}"/>
                </a:ext>
              </a:extLst>
            </p:cNvPr>
            <p:cNvCxnSpPr/>
            <p:nvPr/>
          </p:nvCxnSpPr>
          <p:spPr>
            <a:xfrm flipH="1">
              <a:off x="4527270" y="11279813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7E2186CC-683E-A022-C27B-B9D2AEEC6090}"/>
                </a:ext>
              </a:extLst>
            </p:cNvPr>
            <p:cNvSpPr/>
            <p:nvPr/>
          </p:nvSpPr>
          <p:spPr>
            <a:xfrm>
              <a:off x="7668776" y="10706662"/>
              <a:ext cx="142084" cy="7136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AC7E2367-7578-7820-C4A6-38DB660C795E}"/>
                </a:ext>
              </a:extLst>
            </p:cNvPr>
            <p:cNvSpPr txBox="1"/>
            <p:nvPr/>
          </p:nvSpPr>
          <p:spPr>
            <a:xfrm>
              <a:off x="5296789" y="10553863"/>
              <a:ext cx="18891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checkItem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userItem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47D57E3-311D-A823-F255-EF83674E9A6A}"/>
                </a:ext>
              </a:extLst>
            </p:cNvPr>
            <p:cNvSpPr/>
            <p:nvPr/>
          </p:nvSpPr>
          <p:spPr>
            <a:xfrm>
              <a:off x="4377719" y="9521937"/>
              <a:ext cx="147007" cy="20812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2E473179-7700-AF45-6BA6-232506402D33}"/>
                </a:ext>
              </a:extLst>
            </p:cNvPr>
            <p:cNvSpPr txBox="1"/>
            <p:nvPr/>
          </p:nvSpPr>
          <p:spPr>
            <a:xfrm>
              <a:off x="7980215" y="9585773"/>
              <a:ext cx="169001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getUserRec</a:t>
              </a:r>
              <a:r>
                <a:rPr lang="en-US" altLang="zh-TW" sz="1575" dirty="0"/>
                <a:t>(email)</a:t>
              </a:r>
              <a:endParaRPr lang="zh-TW" altLang="en-US" sz="1575" dirty="0"/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61E84462-FBA8-FC05-CFC0-7A4E4A705CFC}"/>
                </a:ext>
              </a:extLst>
            </p:cNvPr>
            <p:cNvSpPr txBox="1"/>
            <p:nvPr/>
          </p:nvSpPr>
          <p:spPr>
            <a:xfrm>
              <a:off x="8377688" y="9919591"/>
              <a:ext cx="8319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userRec</a:t>
              </a:r>
              <a:endParaRPr lang="zh-TW" altLang="en-US" sz="1575" dirty="0"/>
            </a:p>
          </p:txBody>
        </p:sp>
        <p:cxnSp>
          <p:nvCxnSpPr>
            <p:cNvPr id="127" name="直線單箭頭接點 126">
              <a:extLst>
                <a:ext uri="{FF2B5EF4-FFF2-40B4-BE49-F238E27FC236}">
                  <a16:creationId xmlns:a16="http://schemas.microsoft.com/office/drawing/2014/main" id="{0C86AA33-ECD9-BDED-FBCA-1D2D4F00E9D6}"/>
                </a:ext>
              </a:extLst>
            </p:cNvPr>
            <p:cNvCxnSpPr>
              <a:cxnSpLocks/>
            </p:cNvCxnSpPr>
            <p:nvPr/>
          </p:nvCxnSpPr>
          <p:spPr>
            <a:xfrm>
              <a:off x="7817005" y="9937345"/>
              <a:ext cx="19508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線單箭頭接點 127">
              <a:extLst>
                <a:ext uri="{FF2B5EF4-FFF2-40B4-BE49-F238E27FC236}">
                  <a16:creationId xmlns:a16="http://schemas.microsoft.com/office/drawing/2014/main" id="{A0FEF90E-818D-9A45-BA25-C6A0CE9584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6255" y="10254546"/>
              <a:ext cx="1950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DC94BB6-1A32-6B72-3D32-BA2285F3AC4E}"/>
                </a:ext>
              </a:extLst>
            </p:cNvPr>
            <p:cNvSpPr/>
            <p:nvPr/>
          </p:nvSpPr>
          <p:spPr>
            <a:xfrm>
              <a:off x="7671812" y="13170779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4EE9F17-A0D2-1C4D-4FBE-8B94FD18A5A5}"/>
                </a:ext>
              </a:extLst>
            </p:cNvPr>
            <p:cNvSpPr/>
            <p:nvPr/>
          </p:nvSpPr>
          <p:spPr>
            <a:xfrm>
              <a:off x="7682939" y="14152353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AF183D0C-EC64-5557-9447-2414F3D9D0C5}"/>
                </a:ext>
              </a:extLst>
            </p:cNvPr>
            <p:cNvSpPr/>
            <p:nvPr/>
          </p:nvSpPr>
          <p:spPr>
            <a:xfrm>
              <a:off x="7690492" y="17280263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08B975E-0411-2B8E-282E-700665D13B88}"/>
                </a:ext>
              </a:extLst>
            </p:cNvPr>
            <p:cNvSpPr/>
            <p:nvPr/>
          </p:nvSpPr>
          <p:spPr>
            <a:xfrm>
              <a:off x="7682411" y="16422013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0C248F3-48C8-AD3E-C943-926743F9377A}"/>
                </a:ext>
              </a:extLst>
            </p:cNvPr>
            <p:cNvSpPr/>
            <p:nvPr/>
          </p:nvSpPr>
          <p:spPr>
            <a:xfrm>
              <a:off x="7690402" y="15566690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241891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字方塊 95">
            <a:extLst>
              <a:ext uri="{FF2B5EF4-FFF2-40B4-BE49-F238E27FC236}">
                <a16:creationId xmlns:a16="http://schemas.microsoft.com/office/drawing/2014/main" id="{1097C17C-6DF2-D5F3-8864-FFA1EA22006D}"/>
              </a:ext>
            </a:extLst>
          </p:cNvPr>
          <p:cNvSpPr txBox="1"/>
          <p:nvPr/>
        </p:nvSpPr>
        <p:spPr>
          <a:xfrm>
            <a:off x="3464510" y="8175694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瀏覽護理知識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7" name="群組 146">
            <a:extLst>
              <a:ext uri="{FF2B5EF4-FFF2-40B4-BE49-F238E27FC236}">
                <a16:creationId xmlns:a16="http://schemas.microsoft.com/office/drawing/2014/main" id="{8553C96F-454B-A7CC-CE65-163B7F2BC89A}"/>
              </a:ext>
            </a:extLst>
          </p:cNvPr>
          <p:cNvGrpSpPr/>
          <p:nvPr/>
        </p:nvGrpSpPr>
        <p:grpSpPr>
          <a:xfrm>
            <a:off x="2300111" y="9625198"/>
            <a:ext cx="7591775" cy="3431778"/>
            <a:chOff x="2300111" y="15446132"/>
            <a:chExt cx="7591775" cy="3431778"/>
          </a:xfrm>
        </p:grpSpPr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95FF5C6F-17D5-DE64-4AD3-934CEB28CDFD}"/>
                </a:ext>
              </a:extLst>
            </p:cNvPr>
            <p:cNvCxnSpPr>
              <a:cxnSpLocks/>
            </p:cNvCxnSpPr>
            <p:nvPr/>
          </p:nvCxnSpPr>
          <p:spPr>
            <a:xfrm>
              <a:off x="3732009" y="16305147"/>
              <a:ext cx="11754" cy="249235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DB0CDE61-18D0-A984-8EE1-0D420C60B6BE}"/>
                </a:ext>
              </a:extLst>
            </p:cNvPr>
            <p:cNvCxnSpPr>
              <a:cxnSpLocks/>
            </p:cNvCxnSpPr>
            <p:nvPr/>
          </p:nvCxnSpPr>
          <p:spPr>
            <a:xfrm>
              <a:off x="5218973" y="16733047"/>
              <a:ext cx="0" cy="206445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208E623B-2741-9947-AB31-61BA92D3A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111" y="15446132"/>
              <a:ext cx="424439" cy="606567"/>
            </a:xfrm>
            <a:prstGeom prst="rect">
              <a:avLst/>
            </a:prstGeom>
          </p:spPr>
        </p:pic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C84456B2-2972-3EC5-08AB-20A84B876F78}"/>
                </a:ext>
              </a:extLst>
            </p:cNvPr>
            <p:cNvCxnSpPr>
              <a:cxnSpLocks/>
            </p:cNvCxnSpPr>
            <p:nvPr/>
          </p:nvCxnSpPr>
          <p:spPr>
            <a:xfrm>
              <a:off x="2473963" y="16052700"/>
              <a:ext cx="0" cy="282521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E862143D-DF83-EA76-DD29-11FE2D3602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3923" y="17007239"/>
              <a:ext cx="2328" cy="179025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83B7646-7BA0-FF5C-F743-71A9A769266E}"/>
                </a:ext>
              </a:extLst>
            </p:cNvPr>
            <p:cNvSpPr/>
            <p:nvPr/>
          </p:nvSpPr>
          <p:spPr>
            <a:xfrm>
              <a:off x="3675493" y="16412071"/>
              <a:ext cx="153788" cy="21299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238E747-99EC-744E-4561-EBAC90748974}"/>
                </a:ext>
              </a:extLst>
            </p:cNvPr>
            <p:cNvSpPr/>
            <p:nvPr/>
          </p:nvSpPr>
          <p:spPr>
            <a:xfrm>
              <a:off x="3352525" y="15807215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3D40C15-990D-4F22-A9E0-70AEB8A6FF8A}"/>
                </a:ext>
              </a:extLst>
            </p:cNvPr>
            <p:cNvSpPr/>
            <p:nvPr/>
          </p:nvSpPr>
          <p:spPr>
            <a:xfrm>
              <a:off x="5000713" y="16228148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BoardUI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325B530-D44A-D852-0659-0ADF316F49FE}"/>
                </a:ext>
              </a:extLst>
            </p:cNvPr>
            <p:cNvSpPr/>
            <p:nvPr/>
          </p:nvSpPr>
          <p:spPr>
            <a:xfrm>
              <a:off x="7216331" y="16553950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:Board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D6B0B06-77B2-5307-D9CF-C83B0C5E0219}"/>
                </a:ext>
              </a:extLst>
            </p:cNvPr>
            <p:cNvSpPr/>
            <p:nvPr/>
          </p:nvSpPr>
          <p:spPr>
            <a:xfrm>
              <a:off x="8752046" y="1656391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:Web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29" name="直線接點 128">
              <a:extLst>
                <a:ext uri="{FF2B5EF4-FFF2-40B4-BE49-F238E27FC236}">
                  <a16:creationId xmlns:a16="http://schemas.microsoft.com/office/drawing/2014/main" id="{07050707-74A4-B433-14DD-3491A5BC8BB0}"/>
                </a:ext>
              </a:extLst>
            </p:cNvPr>
            <p:cNvCxnSpPr>
              <a:cxnSpLocks/>
            </p:cNvCxnSpPr>
            <p:nvPr/>
          </p:nvCxnSpPr>
          <p:spPr>
            <a:xfrm>
              <a:off x="9296496" y="17004648"/>
              <a:ext cx="0" cy="179284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單箭頭接點 129">
              <a:extLst>
                <a:ext uri="{FF2B5EF4-FFF2-40B4-BE49-F238E27FC236}">
                  <a16:creationId xmlns:a16="http://schemas.microsoft.com/office/drawing/2014/main" id="{767B71C8-C00E-5D5E-33DC-CE56FB271B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4988" y="16903106"/>
              <a:ext cx="195134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20EC0EAC-9596-400E-DA5D-3503964C4050}"/>
                </a:ext>
              </a:extLst>
            </p:cNvPr>
            <p:cNvSpPr txBox="1"/>
            <p:nvPr/>
          </p:nvSpPr>
          <p:spPr>
            <a:xfrm>
              <a:off x="2786017" y="1624638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132" name="直線單箭頭接點 131">
              <a:extLst>
                <a:ext uri="{FF2B5EF4-FFF2-40B4-BE49-F238E27FC236}">
                  <a16:creationId xmlns:a16="http://schemas.microsoft.com/office/drawing/2014/main" id="{A5E5BA6F-C0C4-75A0-A8D9-4D96899E5369}"/>
                </a:ext>
              </a:extLst>
            </p:cNvPr>
            <p:cNvCxnSpPr>
              <a:cxnSpLocks/>
            </p:cNvCxnSpPr>
            <p:nvPr/>
          </p:nvCxnSpPr>
          <p:spPr>
            <a:xfrm>
              <a:off x="2473963" y="16602171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CDC5A148-E03C-8CF1-E338-82DD1B1EAB6A}"/>
                </a:ext>
              </a:extLst>
            </p:cNvPr>
            <p:cNvSpPr txBox="1"/>
            <p:nvPr/>
          </p:nvSpPr>
          <p:spPr>
            <a:xfrm>
              <a:off x="2556952" y="15839237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34" name="直線單箭頭接點 133">
              <a:extLst>
                <a:ext uri="{FF2B5EF4-FFF2-40B4-BE49-F238E27FC236}">
                  <a16:creationId xmlns:a16="http://schemas.microsoft.com/office/drawing/2014/main" id="{8199D471-EC9B-EAE8-954B-6276082D9E6E}"/>
                </a:ext>
              </a:extLst>
            </p:cNvPr>
            <p:cNvCxnSpPr/>
            <p:nvPr/>
          </p:nvCxnSpPr>
          <p:spPr>
            <a:xfrm>
              <a:off x="3821923" y="16621421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DB1C5233-7CA2-67BB-BC42-F9A5046DC759}"/>
                </a:ext>
              </a:extLst>
            </p:cNvPr>
            <p:cNvSpPr txBox="1"/>
            <p:nvPr/>
          </p:nvSpPr>
          <p:spPr>
            <a:xfrm>
              <a:off x="4073217" y="16300033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971CDD31-AE81-9F2D-0E55-47B4404D8335}"/>
                </a:ext>
              </a:extLst>
            </p:cNvPr>
            <p:cNvCxnSpPr>
              <a:cxnSpLocks/>
            </p:cNvCxnSpPr>
            <p:nvPr/>
          </p:nvCxnSpPr>
          <p:spPr>
            <a:xfrm>
              <a:off x="2460787" y="16178221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8CEB98AF-C6AA-08FD-30D9-22F57443A4AB}"/>
                </a:ext>
              </a:extLst>
            </p:cNvPr>
            <p:cNvSpPr txBox="1"/>
            <p:nvPr/>
          </p:nvSpPr>
          <p:spPr>
            <a:xfrm>
              <a:off x="6263872" y="16563575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5605625-8CC4-7638-A2D3-DD2EE255355D}"/>
                </a:ext>
              </a:extLst>
            </p:cNvPr>
            <p:cNvSpPr/>
            <p:nvPr/>
          </p:nvSpPr>
          <p:spPr>
            <a:xfrm>
              <a:off x="5151375" y="16793410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F57ABC59-675D-8B20-9D17-3D4B9A2BF0E8}"/>
                </a:ext>
              </a:extLst>
            </p:cNvPr>
            <p:cNvSpPr txBox="1"/>
            <p:nvPr/>
          </p:nvSpPr>
          <p:spPr>
            <a:xfrm>
              <a:off x="3902567" y="17249490"/>
              <a:ext cx="123912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strikeBoard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()</a:t>
              </a:r>
              <a:endParaRPr lang="zh-TW" altLang="en-US" sz="1575" dirty="0"/>
            </a:p>
          </p:txBody>
        </p:sp>
        <p:cxnSp>
          <p:nvCxnSpPr>
            <p:cNvPr id="140" name="直線單箭頭接點 139">
              <a:extLst>
                <a:ext uri="{FF2B5EF4-FFF2-40B4-BE49-F238E27FC236}">
                  <a16:creationId xmlns:a16="http://schemas.microsoft.com/office/drawing/2014/main" id="{9AE1CBF7-A180-BEC5-151B-F7AFDDBD6866}"/>
                </a:ext>
              </a:extLst>
            </p:cNvPr>
            <p:cNvCxnSpPr>
              <a:cxnSpLocks/>
            </p:cNvCxnSpPr>
            <p:nvPr/>
          </p:nvCxnSpPr>
          <p:spPr>
            <a:xfrm>
              <a:off x="5174656" y="17718417"/>
              <a:ext cx="25649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FE9C4292-93E7-5E64-6F15-987F2D6E672B}"/>
                </a:ext>
              </a:extLst>
            </p:cNvPr>
            <p:cNvSpPr/>
            <p:nvPr/>
          </p:nvSpPr>
          <p:spPr>
            <a:xfrm>
              <a:off x="7722434" y="17572167"/>
              <a:ext cx="137298" cy="535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601C1FBC-89A3-61EC-3278-2FDF7B7EBD20}"/>
                </a:ext>
              </a:extLst>
            </p:cNvPr>
            <p:cNvSpPr txBox="1"/>
            <p:nvPr/>
          </p:nvSpPr>
          <p:spPr>
            <a:xfrm>
              <a:off x="5956606" y="17378631"/>
              <a:ext cx="1501247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strikeBoard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43" name="直線單箭頭接點 142">
              <a:extLst>
                <a:ext uri="{FF2B5EF4-FFF2-40B4-BE49-F238E27FC236}">
                  <a16:creationId xmlns:a16="http://schemas.microsoft.com/office/drawing/2014/main" id="{2C0F0698-DF92-C965-CAF0-2DA383A880B4}"/>
                </a:ext>
              </a:extLst>
            </p:cNvPr>
            <p:cNvCxnSpPr>
              <a:cxnSpLocks/>
            </p:cNvCxnSpPr>
            <p:nvPr/>
          </p:nvCxnSpPr>
          <p:spPr>
            <a:xfrm>
              <a:off x="3792516" y="17576104"/>
              <a:ext cx="13821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8CC09571-43CE-1CFE-45A6-43C7A92847FA}"/>
                </a:ext>
              </a:extLst>
            </p:cNvPr>
            <p:cNvSpPr txBox="1"/>
            <p:nvPr/>
          </p:nvSpPr>
          <p:spPr>
            <a:xfrm>
              <a:off x="8101208" y="17579533"/>
              <a:ext cx="95590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runPath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45" name="直線單箭頭接點 144">
              <a:extLst>
                <a:ext uri="{FF2B5EF4-FFF2-40B4-BE49-F238E27FC236}">
                  <a16:creationId xmlns:a16="http://schemas.microsoft.com/office/drawing/2014/main" id="{9B7F3BBE-334A-EF39-A2E0-D165F7E05863}"/>
                </a:ext>
              </a:extLst>
            </p:cNvPr>
            <p:cNvCxnSpPr>
              <a:cxnSpLocks/>
            </p:cNvCxnSpPr>
            <p:nvPr/>
          </p:nvCxnSpPr>
          <p:spPr>
            <a:xfrm>
              <a:off x="7807535" y="17914582"/>
              <a:ext cx="146625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82C1A2C-5D4B-669F-1DED-336B021F05DC}"/>
                </a:ext>
              </a:extLst>
            </p:cNvPr>
            <p:cNvSpPr/>
            <p:nvPr/>
          </p:nvSpPr>
          <p:spPr>
            <a:xfrm>
              <a:off x="5152268" y="17396864"/>
              <a:ext cx="137448" cy="82793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314377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EA7D-4E73-3693-D1C1-A563D8B2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CA8D47-D87D-3CFE-508F-71853799D3AE}"/>
              </a:ext>
            </a:extLst>
          </p:cNvPr>
          <p:cNvSpPr txBox="1"/>
          <p:nvPr/>
        </p:nvSpPr>
        <p:spPr>
          <a:xfrm>
            <a:off x="3464510" y="5349058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管理護理提醒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8F454B-70CF-327D-5AE3-4800CE851E14}"/>
              </a:ext>
            </a:extLst>
          </p:cNvPr>
          <p:cNvGrpSpPr/>
          <p:nvPr/>
        </p:nvGrpSpPr>
        <p:grpSpPr>
          <a:xfrm>
            <a:off x="1617966" y="6602398"/>
            <a:ext cx="8958978" cy="6841940"/>
            <a:chOff x="1617966" y="1874286"/>
            <a:chExt cx="8958978" cy="6841940"/>
          </a:xfrm>
        </p:grpSpPr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F89F5DCB-FC54-1841-2AB8-DA834DB11ED0}"/>
                </a:ext>
              </a:extLst>
            </p:cNvPr>
            <p:cNvCxnSpPr>
              <a:cxnSpLocks/>
            </p:cNvCxnSpPr>
            <p:nvPr/>
          </p:nvCxnSpPr>
          <p:spPr>
            <a:xfrm>
              <a:off x="3049864" y="2733301"/>
              <a:ext cx="14449" cy="5939061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9650DF48-41ED-B427-9A39-95924A799411}"/>
                </a:ext>
              </a:extLst>
            </p:cNvPr>
            <p:cNvCxnSpPr>
              <a:cxnSpLocks/>
            </p:cNvCxnSpPr>
            <p:nvPr/>
          </p:nvCxnSpPr>
          <p:spPr>
            <a:xfrm>
              <a:off x="4575328" y="3161201"/>
              <a:ext cx="0" cy="5511161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33178E-3DC5-C5B9-AD01-6E69BB913EA7}"/>
                </a:ext>
              </a:extLst>
            </p:cNvPr>
            <p:cNvSpPr/>
            <p:nvPr/>
          </p:nvSpPr>
          <p:spPr>
            <a:xfrm>
              <a:off x="2217898" y="3656684"/>
              <a:ext cx="8356135" cy="4313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9BE7F0C-83F5-1E4A-E86C-0C95B035E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966" y="1874286"/>
              <a:ext cx="424439" cy="606567"/>
            </a:xfrm>
            <a:prstGeom prst="rect">
              <a:avLst/>
            </a:prstGeom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464E0147-404F-E346-A6F1-37761A66D0C4}"/>
                </a:ext>
              </a:extLst>
            </p:cNvPr>
            <p:cNvCxnSpPr>
              <a:cxnSpLocks/>
            </p:cNvCxnSpPr>
            <p:nvPr/>
          </p:nvCxnSpPr>
          <p:spPr>
            <a:xfrm>
              <a:off x="1791818" y="2480854"/>
              <a:ext cx="0" cy="619150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276F864-4594-DD50-754C-291FB425596E}"/>
                </a:ext>
              </a:extLst>
            </p:cNvPr>
            <p:cNvSpPr txBox="1"/>
            <p:nvPr/>
          </p:nvSpPr>
          <p:spPr>
            <a:xfrm>
              <a:off x="2211645" y="3656685"/>
              <a:ext cx="556640" cy="3347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opt</a:t>
              </a:r>
              <a:endParaRPr lang="zh-TW" altLang="en-US" sz="1575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BA324346-7ECB-AA66-DDB6-1E9516E626A6}"/>
                </a:ext>
              </a:extLst>
            </p:cNvPr>
            <p:cNvSpPr txBox="1"/>
            <p:nvPr/>
          </p:nvSpPr>
          <p:spPr>
            <a:xfrm>
              <a:off x="3243866" y="6403971"/>
              <a:ext cx="12009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deleteCalls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750E3593-837D-B169-220A-8DDE2AE79A7D}"/>
                </a:ext>
              </a:extLst>
            </p:cNvPr>
            <p:cNvCxnSpPr/>
            <p:nvPr/>
          </p:nvCxnSpPr>
          <p:spPr>
            <a:xfrm>
              <a:off x="4546696" y="6924457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AE7F335-4B28-3B3A-FD46-37694CE60587}"/>
                </a:ext>
              </a:extLst>
            </p:cNvPr>
            <p:cNvSpPr txBox="1"/>
            <p:nvPr/>
          </p:nvSpPr>
          <p:spPr>
            <a:xfrm>
              <a:off x="5623732" y="6972582"/>
              <a:ext cx="1506917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deleteSuccess</a:t>
              </a:r>
              <a:endParaRPr lang="zh-TW" altLang="en-US" sz="1575" dirty="0"/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C03F86E6-2568-20AB-6F42-727AC795966A}"/>
                </a:ext>
              </a:extLst>
            </p:cNvPr>
            <p:cNvCxnSpPr>
              <a:cxnSpLocks/>
            </p:cNvCxnSpPr>
            <p:nvPr/>
          </p:nvCxnSpPr>
          <p:spPr>
            <a:xfrm>
              <a:off x="7826276" y="3435393"/>
              <a:ext cx="11568" cy="523696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A037B867-E7AE-DBDA-64E9-03419F85C512}"/>
                </a:ext>
              </a:extLst>
            </p:cNvPr>
            <p:cNvCxnSpPr/>
            <p:nvPr/>
          </p:nvCxnSpPr>
          <p:spPr>
            <a:xfrm flipH="1">
              <a:off x="4640878" y="7316914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875EBF8-E89E-C921-0AEE-E74FDE49C957}"/>
                </a:ext>
              </a:extLst>
            </p:cNvPr>
            <p:cNvSpPr txBox="1"/>
            <p:nvPr/>
          </p:nvSpPr>
          <p:spPr>
            <a:xfrm>
              <a:off x="5417505" y="3830971"/>
              <a:ext cx="160582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modifyCalls</a:t>
              </a:r>
              <a:r>
                <a:rPr lang="en-US" altLang="zh-TW" sz="1575" dirty="0"/>
                <a:t>(calls)</a:t>
              </a:r>
              <a:endParaRPr lang="zh-TW" altLang="en-US" sz="1575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9299234-FBB6-C1B6-33B6-45BBD1833E07}"/>
                </a:ext>
              </a:extLst>
            </p:cNvPr>
            <p:cNvSpPr txBox="1"/>
            <p:nvPr/>
          </p:nvSpPr>
          <p:spPr>
            <a:xfrm>
              <a:off x="5578407" y="5293308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E4E30FB-52A0-8529-F834-66B0C319BA98}"/>
                </a:ext>
              </a:extLst>
            </p:cNvPr>
            <p:cNvSpPr txBox="1"/>
            <p:nvPr/>
          </p:nvSpPr>
          <p:spPr>
            <a:xfrm>
              <a:off x="5417219" y="4899976"/>
              <a:ext cx="168578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saveCallsRec</a:t>
              </a:r>
              <a:r>
                <a:rPr lang="en-US" altLang="zh-TW" sz="1575" dirty="0"/>
                <a:t>(calls)</a:t>
              </a:r>
              <a:endParaRPr lang="zh-TW" altLang="en-US" sz="1575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B7BE572-8E30-BB2F-3B14-5356479079DB}"/>
                </a:ext>
              </a:extLst>
            </p:cNvPr>
            <p:cNvSpPr txBox="1"/>
            <p:nvPr/>
          </p:nvSpPr>
          <p:spPr>
            <a:xfrm>
              <a:off x="5910868" y="4384209"/>
              <a:ext cx="540533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calls</a:t>
              </a:r>
              <a:endParaRPr lang="zh-TW" altLang="en-US" sz="1575" dirty="0"/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6045F8BD-A3F0-5FA1-278D-D0AD8D862645}"/>
                </a:ext>
              </a:extLst>
            </p:cNvPr>
            <p:cNvCxnSpPr/>
            <p:nvPr/>
          </p:nvCxnSpPr>
          <p:spPr>
            <a:xfrm>
              <a:off x="4530045" y="4188847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EDC553E4-A32C-23BE-E61F-A7812433473E}"/>
                </a:ext>
              </a:extLst>
            </p:cNvPr>
            <p:cNvCxnSpPr/>
            <p:nvPr/>
          </p:nvCxnSpPr>
          <p:spPr>
            <a:xfrm>
              <a:off x="4550970" y="5253334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5774E5F-E6D5-231E-F357-95FA42A92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6071" y="4718409"/>
              <a:ext cx="31148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BB85F86C-65FC-89F9-B8F8-3F056B670A81}"/>
                </a:ext>
              </a:extLst>
            </p:cNvPr>
            <p:cNvCxnSpPr/>
            <p:nvPr/>
          </p:nvCxnSpPr>
          <p:spPr>
            <a:xfrm flipH="1">
              <a:off x="4631298" y="5651817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36E3584-875D-1152-9548-85C7C2B7BB64}"/>
                </a:ext>
              </a:extLst>
            </p:cNvPr>
            <p:cNvSpPr txBox="1"/>
            <p:nvPr/>
          </p:nvSpPr>
          <p:spPr>
            <a:xfrm>
              <a:off x="2220809" y="4036090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AA82235-68AF-2A4B-2BC2-E0FC8F838B0D}"/>
                </a:ext>
              </a:extLst>
            </p:cNvPr>
            <p:cNvSpPr/>
            <p:nvPr/>
          </p:nvSpPr>
          <p:spPr>
            <a:xfrm>
              <a:off x="7774571" y="6746351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C857729-64BC-0FCC-2DDE-B0BF6ABCDD64}"/>
                </a:ext>
              </a:extLst>
            </p:cNvPr>
            <p:cNvSpPr/>
            <p:nvPr/>
          </p:nvSpPr>
          <p:spPr>
            <a:xfrm>
              <a:off x="3002973" y="2811349"/>
              <a:ext cx="131814" cy="56011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240F0FD-2F0C-B714-E505-C3C15399E109}"/>
                </a:ext>
              </a:extLst>
            </p:cNvPr>
            <p:cNvSpPr/>
            <p:nvPr/>
          </p:nvSpPr>
          <p:spPr>
            <a:xfrm>
              <a:off x="2670380" y="2235369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B16801D-40DD-B0FF-2D09-5E3D33D53B14}"/>
                </a:ext>
              </a:extLst>
            </p:cNvPr>
            <p:cNvSpPr/>
            <p:nvPr/>
          </p:nvSpPr>
          <p:spPr>
            <a:xfrm>
              <a:off x="4318568" y="264667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FDE4E04-70FE-A249-CF0A-D5C86FDE3215}"/>
                </a:ext>
              </a:extLst>
            </p:cNvPr>
            <p:cNvSpPr/>
            <p:nvPr/>
          </p:nvSpPr>
          <p:spPr>
            <a:xfrm>
              <a:off x="7293919" y="291988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:Calls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87AF50B-C2FC-BF10-386A-A2966381A4D8}"/>
                </a:ext>
              </a:extLst>
            </p:cNvPr>
            <p:cNvSpPr/>
            <p:nvPr/>
          </p:nvSpPr>
          <p:spPr>
            <a:xfrm>
              <a:off x="9287634" y="2938830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1EC8E975-93A5-1782-AEBE-3CA72F43A9F8}"/>
                </a:ext>
              </a:extLst>
            </p:cNvPr>
            <p:cNvSpPr txBox="1"/>
            <p:nvPr/>
          </p:nvSpPr>
          <p:spPr>
            <a:xfrm>
              <a:off x="5546018" y="6559539"/>
              <a:ext cx="155190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deleteCalls</a:t>
              </a:r>
              <a:r>
                <a:rPr lang="en-US" altLang="zh-TW" sz="1575" dirty="0"/>
                <a:t>(calls)</a:t>
              </a:r>
              <a:endParaRPr lang="zh-TW" altLang="en-US" sz="1575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E9E4F6C-DFD0-5BF7-0AFE-4B4BEDD1A0CF}"/>
                </a:ext>
              </a:extLst>
            </p:cNvPr>
            <p:cNvSpPr/>
            <p:nvPr/>
          </p:nvSpPr>
          <p:spPr>
            <a:xfrm>
              <a:off x="4522229" y="6538485"/>
              <a:ext cx="142136" cy="118312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D2D54C96-1957-FEBC-F208-1086EE8B00E7}"/>
                </a:ext>
              </a:extLst>
            </p:cNvPr>
            <p:cNvCxnSpPr/>
            <p:nvPr/>
          </p:nvCxnSpPr>
          <p:spPr>
            <a:xfrm flipH="1">
              <a:off x="3125604" y="7476847"/>
              <a:ext cx="13972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D0C13610-A535-B29F-827C-B53A1A971B5A}"/>
                </a:ext>
              </a:extLst>
            </p:cNvPr>
            <p:cNvSpPr txBox="1"/>
            <p:nvPr/>
          </p:nvSpPr>
          <p:spPr>
            <a:xfrm>
              <a:off x="3099546" y="7145228"/>
              <a:ext cx="149739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deleteComplete</a:t>
              </a:r>
              <a:endParaRPr lang="zh-TW" altLang="en-US" sz="1575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C7B1465-FE6D-8DA8-A914-46C24B8BE94F}"/>
                </a:ext>
              </a:extLst>
            </p:cNvPr>
            <p:cNvSpPr/>
            <p:nvPr/>
          </p:nvSpPr>
          <p:spPr>
            <a:xfrm>
              <a:off x="4512921" y="3793583"/>
              <a:ext cx="137897" cy="21094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5F78A814-2E1F-DFAF-C010-218072833F82}"/>
                </a:ext>
              </a:extLst>
            </p:cNvPr>
            <p:cNvSpPr txBox="1"/>
            <p:nvPr/>
          </p:nvSpPr>
          <p:spPr>
            <a:xfrm>
              <a:off x="3229725" y="3726176"/>
              <a:ext cx="118904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modifyCalls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FA7FE889-DFB5-CE82-E31B-BC1C906C8A9D}"/>
                </a:ext>
              </a:extLst>
            </p:cNvPr>
            <p:cNvCxnSpPr/>
            <p:nvPr/>
          </p:nvCxnSpPr>
          <p:spPr>
            <a:xfrm>
              <a:off x="3168284" y="4077748"/>
              <a:ext cx="135678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918D825A-73EC-48DB-D3C0-F65C33FC60E4}"/>
                </a:ext>
              </a:extLst>
            </p:cNvPr>
            <p:cNvSpPr txBox="1"/>
            <p:nvPr/>
          </p:nvSpPr>
          <p:spPr>
            <a:xfrm>
              <a:off x="3048585" y="5353282"/>
              <a:ext cx="155132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modifyComplete</a:t>
              </a:r>
              <a:endParaRPr lang="zh-TW" altLang="en-US" sz="1575" dirty="0"/>
            </a:p>
          </p:txBody>
        </p: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BEBF0FAE-3FB5-FB1D-4308-8CC44DD2503D}"/>
                </a:ext>
              </a:extLst>
            </p:cNvPr>
            <p:cNvCxnSpPr/>
            <p:nvPr/>
          </p:nvCxnSpPr>
          <p:spPr>
            <a:xfrm flipH="1">
              <a:off x="3108013" y="5715854"/>
              <a:ext cx="135678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2AEC8F3D-D1F7-AD20-F415-98E927C89D5E}"/>
                </a:ext>
              </a:extLst>
            </p:cNvPr>
            <p:cNvCxnSpPr>
              <a:cxnSpLocks/>
            </p:cNvCxnSpPr>
            <p:nvPr/>
          </p:nvCxnSpPr>
          <p:spPr>
            <a:xfrm>
              <a:off x="9851124" y="3479257"/>
              <a:ext cx="13843" cy="523696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093DD112-8E4C-3DC9-8ACC-CC8300503822}"/>
                </a:ext>
              </a:extLst>
            </p:cNvPr>
            <p:cNvSpPr txBox="1"/>
            <p:nvPr/>
          </p:nvSpPr>
          <p:spPr>
            <a:xfrm>
              <a:off x="7892900" y="6804942"/>
              <a:ext cx="2229218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deleteCallsRec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callsID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4EB0E198-2143-930D-173D-77C88A369C4A}"/>
                </a:ext>
              </a:extLst>
            </p:cNvPr>
            <p:cNvSpPr txBox="1"/>
            <p:nvPr/>
          </p:nvSpPr>
          <p:spPr>
            <a:xfrm>
              <a:off x="8023072" y="3968861"/>
              <a:ext cx="176048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getCallsRec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callsID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EB37D19-B8B7-C665-CACA-905E7FB42B9C}"/>
                </a:ext>
              </a:extLst>
            </p:cNvPr>
            <p:cNvSpPr txBox="1"/>
            <p:nvPr/>
          </p:nvSpPr>
          <p:spPr>
            <a:xfrm>
              <a:off x="8402258" y="4318864"/>
              <a:ext cx="82708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callsRec</a:t>
              </a:r>
              <a:endParaRPr lang="zh-TW" altLang="en-US" sz="1575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C91DCA55-7C84-C144-1A45-EE19E4270903}"/>
                </a:ext>
              </a:extLst>
            </p:cNvPr>
            <p:cNvSpPr txBox="1"/>
            <p:nvPr/>
          </p:nvSpPr>
          <p:spPr>
            <a:xfrm>
              <a:off x="7911758" y="5180051"/>
              <a:ext cx="197720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saveCallsRec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callsRec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BDF06AD6-3531-C43F-83FC-6F960D6A58EA}"/>
                </a:ext>
              </a:extLst>
            </p:cNvPr>
            <p:cNvCxnSpPr/>
            <p:nvPr/>
          </p:nvCxnSpPr>
          <p:spPr>
            <a:xfrm>
              <a:off x="4582843" y="3302385"/>
              <a:ext cx="269331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AEDD4323-6E76-5CC8-EDD1-9964B10E5D98}"/>
                </a:ext>
              </a:extLst>
            </p:cNvPr>
            <p:cNvSpPr txBox="1"/>
            <p:nvPr/>
          </p:nvSpPr>
          <p:spPr>
            <a:xfrm>
              <a:off x="2103872" y="267453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CE7A74B4-712B-DF02-16B7-8CD8B84C42EF}"/>
                </a:ext>
              </a:extLst>
            </p:cNvPr>
            <p:cNvCxnSpPr>
              <a:cxnSpLocks/>
            </p:cNvCxnSpPr>
            <p:nvPr/>
          </p:nvCxnSpPr>
          <p:spPr>
            <a:xfrm>
              <a:off x="1791818" y="3030325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327AEED4-384E-CB64-AC81-A5F05EEDB2F3}"/>
                </a:ext>
              </a:extLst>
            </p:cNvPr>
            <p:cNvSpPr txBox="1"/>
            <p:nvPr/>
          </p:nvSpPr>
          <p:spPr>
            <a:xfrm>
              <a:off x="1874807" y="2267391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B7E6A78B-3FD9-2D82-A388-B8484FC067C3}"/>
                </a:ext>
              </a:extLst>
            </p:cNvPr>
            <p:cNvCxnSpPr/>
            <p:nvPr/>
          </p:nvCxnSpPr>
          <p:spPr>
            <a:xfrm>
              <a:off x="3139778" y="3049575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B9618A73-0F84-B17C-F146-9363B80284D5}"/>
                </a:ext>
              </a:extLst>
            </p:cNvPr>
            <p:cNvSpPr txBox="1"/>
            <p:nvPr/>
          </p:nvSpPr>
          <p:spPr>
            <a:xfrm>
              <a:off x="3391072" y="271856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C3343C35-6954-1096-2443-CA537C19BD34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42" y="2606375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7DF48D59-15A0-EAB8-9081-8BFC03EC7CFB}"/>
                </a:ext>
              </a:extLst>
            </p:cNvPr>
            <p:cNvSpPr txBox="1"/>
            <p:nvPr/>
          </p:nvSpPr>
          <p:spPr>
            <a:xfrm>
              <a:off x="5849038" y="2991889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566C1329-FE1B-44CC-39A2-EB86F95FBFF6}"/>
                </a:ext>
              </a:extLst>
            </p:cNvPr>
            <p:cNvCxnSpPr>
              <a:cxnSpLocks/>
            </p:cNvCxnSpPr>
            <p:nvPr/>
          </p:nvCxnSpPr>
          <p:spPr>
            <a:xfrm>
              <a:off x="7843877" y="7157994"/>
              <a:ext cx="20377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1CAB8BC6-FC99-5849-8360-2A164063F2CD}"/>
                </a:ext>
              </a:extLst>
            </p:cNvPr>
            <p:cNvCxnSpPr>
              <a:cxnSpLocks/>
            </p:cNvCxnSpPr>
            <p:nvPr/>
          </p:nvCxnSpPr>
          <p:spPr>
            <a:xfrm>
              <a:off x="7898472" y="5520635"/>
              <a:ext cx="19590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36762243-6460-6AD4-F0FA-0C33054AAFA9}"/>
                </a:ext>
              </a:extLst>
            </p:cNvPr>
            <p:cNvCxnSpPr>
              <a:cxnSpLocks/>
            </p:cNvCxnSpPr>
            <p:nvPr/>
          </p:nvCxnSpPr>
          <p:spPr>
            <a:xfrm>
              <a:off x="7909892" y="4298183"/>
              <a:ext cx="195085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34761826-57C9-A941-B42B-E35226D785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7302" y="4656857"/>
              <a:ext cx="1950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8C0F9B1-16A8-68A0-85E3-762BE8348582}"/>
                </a:ext>
              </a:extLst>
            </p:cNvPr>
            <p:cNvSpPr/>
            <p:nvPr/>
          </p:nvSpPr>
          <p:spPr>
            <a:xfrm>
              <a:off x="4507730" y="3192689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712971B3-AF98-6A22-42F2-1F3D03B93363}"/>
                </a:ext>
              </a:extLst>
            </p:cNvPr>
            <p:cNvCxnSpPr>
              <a:cxnSpLocks/>
            </p:cNvCxnSpPr>
            <p:nvPr/>
          </p:nvCxnSpPr>
          <p:spPr>
            <a:xfrm>
              <a:off x="3145938" y="6738677"/>
              <a:ext cx="13821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697EDF84-5485-464F-076F-B981C0F32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0809" y="6105586"/>
              <a:ext cx="8356135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DF2AE229-C439-4E40-730C-488340DA867E}"/>
                </a:ext>
              </a:extLst>
            </p:cNvPr>
            <p:cNvSpPr txBox="1"/>
            <p:nvPr/>
          </p:nvSpPr>
          <p:spPr>
            <a:xfrm>
              <a:off x="2234284" y="6229861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EB4BAC21-E01D-0BBA-BF4F-03830B6B5C15}"/>
                </a:ext>
              </a:extLst>
            </p:cNvPr>
            <p:cNvSpPr/>
            <p:nvPr/>
          </p:nvSpPr>
          <p:spPr>
            <a:xfrm>
              <a:off x="7770184" y="5069386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86A0F94C-880E-C996-9357-ABE9BA7CEFBB}"/>
                </a:ext>
              </a:extLst>
            </p:cNvPr>
            <p:cNvSpPr/>
            <p:nvPr/>
          </p:nvSpPr>
          <p:spPr>
            <a:xfrm>
              <a:off x="7761370" y="3990981"/>
              <a:ext cx="132678" cy="8543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378983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D702897-B97F-D6D3-183A-A12DFB1F5076}"/>
              </a:ext>
            </a:extLst>
          </p:cNvPr>
          <p:cNvSpPr txBox="1"/>
          <p:nvPr/>
        </p:nvSpPr>
        <p:spPr>
          <a:xfrm>
            <a:off x="3887702" y="2091693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查看紀錄簿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D689E49-E9A7-D10A-866D-389060E59641}"/>
              </a:ext>
            </a:extLst>
          </p:cNvPr>
          <p:cNvGrpSpPr/>
          <p:nvPr/>
        </p:nvGrpSpPr>
        <p:grpSpPr>
          <a:xfrm>
            <a:off x="2250850" y="3354806"/>
            <a:ext cx="8238555" cy="3499481"/>
            <a:chOff x="2250850" y="10476401"/>
            <a:chExt cx="8238555" cy="3499481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CC6768D6-84F6-D7AE-79BA-1036BA1102C5}"/>
                </a:ext>
              </a:extLst>
            </p:cNvPr>
            <p:cNvCxnSpPr>
              <a:cxnSpLocks/>
            </p:cNvCxnSpPr>
            <p:nvPr/>
          </p:nvCxnSpPr>
          <p:spPr>
            <a:xfrm>
              <a:off x="3682748" y="11335416"/>
              <a:ext cx="0" cy="264046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0A407263-4732-99B8-F3DB-6746101D43E1}"/>
                </a:ext>
              </a:extLst>
            </p:cNvPr>
            <p:cNvCxnSpPr>
              <a:cxnSpLocks/>
            </p:cNvCxnSpPr>
            <p:nvPr/>
          </p:nvCxnSpPr>
          <p:spPr>
            <a:xfrm>
              <a:off x="5169712" y="11763316"/>
              <a:ext cx="0" cy="206445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42176CA-F4DF-EF38-7FC7-0D12F313E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850" y="10476401"/>
              <a:ext cx="424439" cy="606567"/>
            </a:xfrm>
            <a:prstGeom prst="rect">
              <a:avLst/>
            </a:prstGeom>
          </p:spPr>
        </p:pic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513DA746-F2A0-98CF-7805-5C8C68201205}"/>
                </a:ext>
              </a:extLst>
            </p:cNvPr>
            <p:cNvCxnSpPr>
              <a:cxnSpLocks/>
            </p:cNvCxnSpPr>
            <p:nvPr/>
          </p:nvCxnSpPr>
          <p:spPr>
            <a:xfrm>
              <a:off x="2424702" y="11082969"/>
              <a:ext cx="0" cy="282521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08681FB4-BBAF-6C54-7D3C-3D768DA1B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4662" y="12050208"/>
              <a:ext cx="2328" cy="179025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C4035BF-1800-5711-F0E1-48CCF7996DD2}"/>
                </a:ext>
              </a:extLst>
            </p:cNvPr>
            <p:cNvSpPr/>
            <p:nvPr/>
          </p:nvSpPr>
          <p:spPr>
            <a:xfrm>
              <a:off x="3616607" y="11451964"/>
              <a:ext cx="153788" cy="2254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7D891EB-9795-4F4B-6E21-285FF7051568}"/>
                </a:ext>
              </a:extLst>
            </p:cNvPr>
            <p:cNvSpPr/>
            <p:nvPr/>
          </p:nvSpPr>
          <p:spPr>
            <a:xfrm>
              <a:off x="3303264" y="10837484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4FC87D1-0741-9003-6086-F0FC014CCF69}"/>
                </a:ext>
              </a:extLst>
            </p:cNvPr>
            <p:cNvSpPr/>
            <p:nvPr/>
          </p:nvSpPr>
          <p:spPr>
            <a:xfrm>
              <a:off x="4951452" y="1125841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FB53F5A-759D-F97C-66CB-D1B2147F6DE4}"/>
                </a:ext>
              </a:extLst>
            </p:cNvPr>
            <p:cNvSpPr/>
            <p:nvPr/>
          </p:nvSpPr>
          <p:spPr>
            <a:xfrm>
              <a:off x="7167070" y="11603469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:Record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1901C4-B586-18FA-B281-21C9A5B7D1FE}"/>
                </a:ext>
              </a:extLst>
            </p:cNvPr>
            <p:cNvSpPr/>
            <p:nvPr/>
          </p:nvSpPr>
          <p:spPr>
            <a:xfrm>
              <a:off x="9349565" y="11613094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9B67C62C-67B0-076B-9E80-0D931E486AE7}"/>
                </a:ext>
              </a:extLst>
            </p:cNvPr>
            <p:cNvCxnSpPr>
              <a:cxnSpLocks/>
            </p:cNvCxnSpPr>
            <p:nvPr/>
          </p:nvCxnSpPr>
          <p:spPr>
            <a:xfrm>
              <a:off x="9919485" y="12115330"/>
              <a:ext cx="0" cy="179284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A32B12CE-CDE3-BC9C-7508-2BC864E2B6E6}"/>
                </a:ext>
              </a:extLst>
            </p:cNvPr>
            <p:cNvCxnSpPr>
              <a:cxnSpLocks/>
            </p:cNvCxnSpPr>
            <p:nvPr/>
          </p:nvCxnSpPr>
          <p:spPr>
            <a:xfrm>
              <a:off x="5215727" y="11952625"/>
              <a:ext cx="195134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45B19F4-840A-BCF3-3CAA-8D8D64A4C622}"/>
                </a:ext>
              </a:extLst>
            </p:cNvPr>
            <p:cNvSpPr txBox="1"/>
            <p:nvPr/>
          </p:nvSpPr>
          <p:spPr>
            <a:xfrm>
              <a:off x="2736756" y="11276649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6F78513D-C917-ED57-9484-BC9BE9648C16}"/>
                </a:ext>
              </a:extLst>
            </p:cNvPr>
            <p:cNvCxnSpPr>
              <a:cxnSpLocks/>
            </p:cNvCxnSpPr>
            <p:nvPr/>
          </p:nvCxnSpPr>
          <p:spPr>
            <a:xfrm>
              <a:off x="2424702" y="11632440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B549C95A-13D4-760F-3C9B-F7E9E3E2AD85}"/>
                </a:ext>
              </a:extLst>
            </p:cNvPr>
            <p:cNvSpPr txBox="1"/>
            <p:nvPr/>
          </p:nvSpPr>
          <p:spPr>
            <a:xfrm>
              <a:off x="2507691" y="10869506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47994D83-A2D2-612A-0870-789B2C02EFD3}"/>
                </a:ext>
              </a:extLst>
            </p:cNvPr>
            <p:cNvCxnSpPr/>
            <p:nvPr/>
          </p:nvCxnSpPr>
          <p:spPr>
            <a:xfrm>
              <a:off x="3772662" y="11651690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DC8139B-E78A-05C9-2A9C-F0D27EB63904}"/>
                </a:ext>
              </a:extLst>
            </p:cNvPr>
            <p:cNvSpPr txBox="1"/>
            <p:nvPr/>
          </p:nvSpPr>
          <p:spPr>
            <a:xfrm>
              <a:off x="4023956" y="11320677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F6108CCA-EBCB-5D96-7456-D822170AAA4D}"/>
                </a:ext>
              </a:extLst>
            </p:cNvPr>
            <p:cNvCxnSpPr>
              <a:cxnSpLocks/>
            </p:cNvCxnSpPr>
            <p:nvPr/>
          </p:nvCxnSpPr>
          <p:spPr>
            <a:xfrm>
              <a:off x="2411526" y="11208490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7A4D091-0254-31CD-7AA9-59141934B643}"/>
                </a:ext>
              </a:extLst>
            </p:cNvPr>
            <p:cNvSpPr txBox="1"/>
            <p:nvPr/>
          </p:nvSpPr>
          <p:spPr>
            <a:xfrm>
              <a:off x="6233861" y="11613094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9B1CF36-CA6D-033F-E5A3-62005857FDFE}"/>
                </a:ext>
              </a:extLst>
            </p:cNvPr>
            <p:cNvSpPr/>
            <p:nvPr/>
          </p:nvSpPr>
          <p:spPr>
            <a:xfrm>
              <a:off x="5102114" y="11842929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34340FB-A9A7-E7BF-4A8A-12BD33E7CA57}"/>
                </a:ext>
              </a:extLst>
            </p:cNvPr>
            <p:cNvSpPr txBox="1"/>
            <p:nvPr/>
          </p:nvSpPr>
          <p:spPr>
            <a:xfrm>
              <a:off x="3802023" y="12277274"/>
              <a:ext cx="130926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showRecord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()</a:t>
              </a:r>
              <a:endParaRPr lang="zh-TW" altLang="en-US" sz="1575" dirty="0"/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712A935F-9CBB-3F44-9AFA-3D47AB269042}"/>
                </a:ext>
              </a:extLst>
            </p:cNvPr>
            <p:cNvCxnSpPr>
              <a:cxnSpLocks/>
            </p:cNvCxnSpPr>
            <p:nvPr/>
          </p:nvCxnSpPr>
          <p:spPr>
            <a:xfrm>
              <a:off x="5125395" y="12748686"/>
              <a:ext cx="25649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064CA3C-F5A1-D75F-0D52-E1BC3327D794}"/>
                </a:ext>
              </a:extLst>
            </p:cNvPr>
            <p:cNvSpPr/>
            <p:nvPr/>
          </p:nvSpPr>
          <p:spPr>
            <a:xfrm>
              <a:off x="7663548" y="12612060"/>
              <a:ext cx="150774" cy="7863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08A8CC46-4296-FBE3-5459-99A9185A8D32}"/>
                </a:ext>
              </a:extLst>
            </p:cNvPr>
            <p:cNvSpPr txBox="1"/>
            <p:nvPr/>
          </p:nvSpPr>
          <p:spPr>
            <a:xfrm>
              <a:off x="5526529" y="12407305"/>
              <a:ext cx="1951343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showRecord</a:t>
              </a:r>
              <a:r>
                <a:rPr lang="en-US" altLang="zh-TW" sz="1575" dirty="0"/>
                <a:t>(record)</a:t>
              </a:r>
              <a:endParaRPr lang="zh-TW" altLang="en-US" sz="1575" dirty="0"/>
            </a:p>
          </p:txBody>
        </p: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CB9A785F-C8C6-DEBE-42A0-C62B014EF225}"/>
                </a:ext>
              </a:extLst>
            </p:cNvPr>
            <p:cNvCxnSpPr>
              <a:cxnSpLocks/>
            </p:cNvCxnSpPr>
            <p:nvPr/>
          </p:nvCxnSpPr>
          <p:spPr>
            <a:xfrm>
              <a:off x="3743255" y="12606373"/>
              <a:ext cx="13821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1FEAF08-FAD7-C2DA-6370-AF7AEE7AD9BC}"/>
                </a:ext>
              </a:extLst>
            </p:cNvPr>
            <p:cNvSpPr/>
            <p:nvPr/>
          </p:nvSpPr>
          <p:spPr>
            <a:xfrm>
              <a:off x="5099058" y="12427133"/>
              <a:ext cx="149132" cy="11451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74469C7-1123-0D35-3988-E1D65AFCE109}"/>
                </a:ext>
              </a:extLst>
            </p:cNvPr>
            <p:cNvSpPr txBox="1"/>
            <p:nvPr/>
          </p:nvSpPr>
          <p:spPr>
            <a:xfrm>
              <a:off x="7784477" y="12488056"/>
              <a:ext cx="213500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getRecordRec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recordID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A8FD7129-A22F-7A14-8EB5-1C80F6110013}"/>
                </a:ext>
              </a:extLst>
            </p:cNvPr>
            <p:cNvSpPr txBox="1"/>
            <p:nvPr/>
          </p:nvSpPr>
          <p:spPr>
            <a:xfrm>
              <a:off x="8304582" y="12863650"/>
              <a:ext cx="100758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recordRec</a:t>
              </a:r>
              <a:endParaRPr lang="zh-TW" altLang="en-US" sz="1575" dirty="0"/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D2194158-D667-DB98-0793-E1255270799A}"/>
                </a:ext>
              </a:extLst>
            </p:cNvPr>
            <p:cNvCxnSpPr>
              <a:cxnSpLocks/>
            </p:cNvCxnSpPr>
            <p:nvPr/>
          </p:nvCxnSpPr>
          <p:spPr>
            <a:xfrm>
              <a:off x="7770184" y="12837779"/>
              <a:ext cx="21493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5052FC7D-3382-CCAD-314F-48DAB4C9EA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2696" y="13202512"/>
              <a:ext cx="2024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D64F069F-FB8E-0DCB-75F1-EA243CB6BB07}"/>
                </a:ext>
              </a:extLst>
            </p:cNvPr>
            <p:cNvSpPr txBox="1"/>
            <p:nvPr/>
          </p:nvSpPr>
          <p:spPr>
            <a:xfrm>
              <a:off x="6043352" y="12961512"/>
              <a:ext cx="1501247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>
                  <a:solidFill>
                    <a:sysClr val="windowText" lastClr="000000"/>
                  </a:solidFill>
                </a:rPr>
                <a:t>record</a:t>
              </a:r>
              <a:endParaRPr lang="zh-TW" altLang="en-US" sz="1575" dirty="0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CCAA9FF5-ECF7-7BF8-8B80-B29EDF8191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8587" y="13290997"/>
              <a:ext cx="246910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6B4412F4-4AEF-70EE-2F95-405CC3CA5F62}"/>
                </a:ext>
              </a:extLst>
            </p:cNvPr>
            <p:cNvCxnSpPr/>
            <p:nvPr/>
          </p:nvCxnSpPr>
          <p:spPr>
            <a:xfrm flipH="1">
              <a:off x="3711138" y="13442921"/>
              <a:ext cx="13972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23437EA9-B8F0-48E8-D8AE-6942F284A5D2}"/>
                </a:ext>
              </a:extLst>
            </p:cNvPr>
            <p:cNvSpPr txBox="1"/>
            <p:nvPr/>
          </p:nvSpPr>
          <p:spPr>
            <a:xfrm>
              <a:off x="3744347" y="13078592"/>
              <a:ext cx="141173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showComplete</a:t>
              </a:r>
              <a:endParaRPr lang="zh-TW" altLang="en-US" sz="1575" dirty="0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E51C0ED7-0451-2082-4E84-2276901AC970}"/>
              </a:ext>
            </a:extLst>
          </p:cNvPr>
          <p:cNvSpPr txBox="1"/>
          <p:nvPr/>
        </p:nvSpPr>
        <p:spPr>
          <a:xfrm>
            <a:off x="3386293" y="7783514"/>
            <a:ext cx="58047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查看紀錄簿 </a:t>
            </a:r>
            <a:r>
              <a:rPr lang="en-US" altLang="zh-TW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2.0</a:t>
            </a:r>
          </a:p>
        </p:txBody>
      </p:sp>
      <p:grpSp>
        <p:nvGrpSpPr>
          <p:cNvPr id="331" name="群組 330">
            <a:extLst>
              <a:ext uri="{FF2B5EF4-FFF2-40B4-BE49-F238E27FC236}">
                <a16:creationId xmlns:a16="http://schemas.microsoft.com/office/drawing/2014/main" id="{80F90B38-D429-A752-D7F7-BCFC3DC60976}"/>
              </a:ext>
            </a:extLst>
          </p:cNvPr>
          <p:cNvGrpSpPr/>
          <p:nvPr/>
        </p:nvGrpSpPr>
        <p:grpSpPr>
          <a:xfrm>
            <a:off x="243734" y="8662161"/>
            <a:ext cx="11695116" cy="10949380"/>
            <a:chOff x="243734" y="8662161"/>
            <a:chExt cx="11695116" cy="10949380"/>
          </a:xfrm>
        </p:grpSpPr>
        <p:cxnSp>
          <p:nvCxnSpPr>
            <p:cNvPr id="287" name="直線接點 286">
              <a:extLst>
                <a:ext uri="{FF2B5EF4-FFF2-40B4-BE49-F238E27FC236}">
                  <a16:creationId xmlns:a16="http://schemas.microsoft.com/office/drawing/2014/main" id="{16C922D8-A1C2-DA7B-2379-7AB07685CE91}"/>
                </a:ext>
              </a:extLst>
            </p:cNvPr>
            <p:cNvCxnSpPr>
              <a:cxnSpLocks/>
            </p:cNvCxnSpPr>
            <p:nvPr/>
          </p:nvCxnSpPr>
          <p:spPr>
            <a:xfrm>
              <a:off x="8508363" y="10735346"/>
              <a:ext cx="19723" cy="872013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線接點 287">
              <a:extLst>
                <a:ext uri="{FF2B5EF4-FFF2-40B4-BE49-F238E27FC236}">
                  <a16:creationId xmlns:a16="http://schemas.microsoft.com/office/drawing/2014/main" id="{ECA45976-699F-8425-4923-825B6AA2D235}"/>
                </a:ext>
              </a:extLst>
            </p:cNvPr>
            <p:cNvCxnSpPr>
              <a:cxnSpLocks/>
            </p:cNvCxnSpPr>
            <p:nvPr/>
          </p:nvCxnSpPr>
          <p:spPr>
            <a:xfrm>
              <a:off x="6793029" y="10703393"/>
              <a:ext cx="45822" cy="870966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線接點 288">
              <a:extLst>
                <a:ext uri="{FF2B5EF4-FFF2-40B4-BE49-F238E27FC236}">
                  <a16:creationId xmlns:a16="http://schemas.microsoft.com/office/drawing/2014/main" id="{9EA758BF-64EA-636F-AA94-8EFAC9859AA8}"/>
                </a:ext>
              </a:extLst>
            </p:cNvPr>
            <p:cNvCxnSpPr>
              <a:cxnSpLocks/>
            </p:cNvCxnSpPr>
            <p:nvPr/>
          </p:nvCxnSpPr>
          <p:spPr>
            <a:xfrm>
              <a:off x="1701034" y="9702314"/>
              <a:ext cx="0" cy="973142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線接點 289">
              <a:extLst>
                <a:ext uri="{FF2B5EF4-FFF2-40B4-BE49-F238E27FC236}">
                  <a16:creationId xmlns:a16="http://schemas.microsoft.com/office/drawing/2014/main" id="{B0B5FBB7-CABA-A98E-09E9-D7F20512379C}"/>
                </a:ext>
              </a:extLst>
            </p:cNvPr>
            <p:cNvCxnSpPr>
              <a:cxnSpLocks/>
            </p:cNvCxnSpPr>
            <p:nvPr/>
          </p:nvCxnSpPr>
          <p:spPr>
            <a:xfrm>
              <a:off x="3479127" y="10166490"/>
              <a:ext cx="44336" cy="915294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1" name="圖片 290">
              <a:extLst>
                <a:ext uri="{FF2B5EF4-FFF2-40B4-BE49-F238E27FC236}">
                  <a16:creationId xmlns:a16="http://schemas.microsoft.com/office/drawing/2014/main" id="{52A0F4AC-E1AA-ACE2-7424-D3CFFA219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34" y="8662161"/>
              <a:ext cx="424439" cy="606567"/>
            </a:xfrm>
            <a:prstGeom prst="rect">
              <a:avLst/>
            </a:prstGeom>
          </p:spPr>
        </p:pic>
        <p:cxnSp>
          <p:nvCxnSpPr>
            <p:cNvPr id="292" name="直線接點 291">
              <a:extLst>
                <a:ext uri="{FF2B5EF4-FFF2-40B4-BE49-F238E27FC236}">
                  <a16:creationId xmlns:a16="http://schemas.microsoft.com/office/drawing/2014/main" id="{3FC8A5F6-0661-CFF1-00CA-1FE0FEC9C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298" y="9243328"/>
              <a:ext cx="9256" cy="1007611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3" name="群組 292">
              <a:extLst>
                <a:ext uri="{FF2B5EF4-FFF2-40B4-BE49-F238E27FC236}">
                  <a16:creationId xmlns:a16="http://schemas.microsoft.com/office/drawing/2014/main" id="{799122D5-C9EA-8367-3D59-D6FC30BB6052}"/>
                </a:ext>
              </a:extLst>
            </p:cNvPr>
            <p:cNvGrpSpPr/>
            <p:nvPr/>
          </p:nvGrpSpPr>
          <p:grpSpPr>
            <a:xfrm>
              <a:off x="857974" y="10997951"/>
              <a:ext cx="10991452" cy="7737290"/>
              <a:chOff x="935745" y="3644691"/>
              <a:chExt cx="10991452" cy="17094408"/>
            </a:xfrm>
          </p:grpSpPr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D4439FD2-2005-3989-A684-669616FF7CF5}"/>
                  </a:ext>
                </a:extLst>
              </p:cNvPr>
              <p:cNvSpPr/>
              <p:nvPr/>
            </p:nvSpPr>
            <p:spPr>
              <a:xfrm>
                <a:off x="935745" y="3644692"/>
                <a:ext cx="10991452" cy="1709440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13"/>
              </a:p>
            </p:txBody>
          </p:sp>
          <p:sp>
            <p:nvSpPr>
              <p:cNvPr id="329" name="文字方塊 328">
                <a:extLst>
                  <a:ext uri="{FF2B5EF4-FFF2-40B4-BE49-F238E27FC236}">
                    <a16:creationId xmlns:a16="http://schemas.microsoft.com/office/drawing/2014/main" id="{D54F59C6-A867-561B-FAED-486146D3467F}"/>
                  </a:ext>
                </a:extLst>
              </p:cNvPr>
              <p:cNvSpPr txBox="1"/>
              <p:nvPr/>
            </p:nvSpPr>
            <p:spPr>
              <a:xfrm>
                <a:off x="937680" y="3644691"/>
                <a:ext cx="474971" cy="7394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75" dirty="0"/>
                  <a:t>opt</a:t>
                </a:r>
                <a:endParaRPr lang="zh-TW" altLang="en-US" sz="1575" dirty="0"/>
              </a:p>
            </p:txBody>
          </p:sp>
        </p:grpSp>
        <p:sp>
          <p:nvSpPr>
            <p:cNvPr id="294" name="文字方塊 293">
              <a:extLst>
                <a:ext uri="{FF2B5EF4-FFF2-40B4-BE49-F238E27FC236}">
                  <a16:creationId xmlns:a16="http://schemas.microsoft.com/office/drawing/2014/main" id="{FCE0A6A2-C16C-3FE7-6B10-D4F3F2AEF9F9}"/>
                </a:ext>
              </a:extLst>
            </p:cNvPr>
            <p:cNvSpPr txBox="1"/>
            <p:nvPr/>
          </p:nvSpPr>
          <p:spPr>
            <a:xfrm>
              <a:off x="3841092" y="13870976"/>
              <a:ext cx="109703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creatCalls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295" name="直線單箭頭接點 294">
              <a:extLst>
                <a:ext uri="{FF2B5EF4-FFF2-40B4-BE49-F238E27FC236}">
                  <a16:creationId xmlns:a16="http://schemas.microsoft.com/office/drawing/2014/main" id="{2B2C7F85-921F-E65D-607E-F050391D3ABF}"/>
                </a:ext>
              </a:extLst>
            </p:cNvPr>
            <p:cNvCxnSpPr>
              <a:cxnSpLocks/>
            </p:cNvCxnSpPr>
            <p:nvPr/>
          </p:nvCxnSpPr>
          <p:spPr>
            <a:xfrm>
              <a:off x="1767920" y="14221601"/>
              <a:ext cx="4954517" cy="29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7" name="文字方塊 296">
              <a:extLst>
                <a:ext uri="{FF2B5EF4-FFF2-40B4-BE49-F238E27FC236}">
                  <a16:creationId xmlns:a16="http://schemas.microsoft.com/office/drawing/2014/main" id="{38B33465-E4C2-3322-FE33-2A8441365D9D}"/>
                </a:ext>
              </a:extLst>
            </p:cNvPr>
            <p:cNvSpPr txBox="1"/>
            <p:nvPr/>
          </p:nvSpPr>
          <p:spPr>
            <a:xfrm>
              <a:off x="898950" y="11434290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sp>
          <p:nvSpPr>
            <p:cNvPr id="298" name="文字方塊 297">
              <a:extLst>
                <a:ext uri="{FF2B5EF4-FFF2-40B4-BE49-F238E27FC236}">
                  <a16:creationId xmlns:a16="http://schemas.microsoft.com/office/drawing/2014/main" id="{1BB51482-1083-8F7E-ABF3-0B2E60474F55}"/>
                </a:ext>
              </a:extLst>
            </p:cNvPr>
            <p:cNvSpPr txBox="1"/>
            <p:nvPr/>
          </p:nvSpPr>
          <p:spPr>
            <a:xfrm>
              <a:off x="7214087" y="14371386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endParaRPr lang="zh-TW" altLang="en-US" sz="1575" dirty="0"/>
            </a:p>
          </p:txBody>
        </p:sp>
        <p:cxnSp>
          <p:nvCxnSpPr>
            <p:cNvPr id="299" name="直線接點 298">
              <a:extLst>
                <a:ext uri="{FF2B5EF4-FFF2-40B4-BE49-F238E27FC236}">
                  <a16:creationId xmlns:a16="http://schemas.microsoft.com/office/drawing/2014/main" id="{0DC3BFC1-654C-EFFF-8105-FAB925F2F54F}"/>
                </a:ext>
              </a:extLst>
            </p:cNvPr>
            <p:cNvCxnSpPr>
              <a:cxnSpLocks/>
            </p:cNvCxnSpPr>
            <p:nvPr/>
          </p:nvCxnSpPr>
          <p:spPr>
            <a:xfrm>
              <a:off x="5455293" y="10724074"/>
              <a:ext cx="31433" cy="870966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字方塊 299">
              <a:extLst>
                <a:ext uri="{FF2B5EF4-FFF2-40B4-BE49-F238E27FC236}">
                  <a16:creationId xmlns:a16="http://schemas.microsoft.com/office/drawing/2014/main" id="{0AE29FC8-A96E-DDFF-9F5A-E9519DBD5379}"/>
                </a:ext>
              </a:extLst>
            </p:cNvPr>
            <p:cNvSpPr txBox="1"/>
            <p:nvPr/>
          </p:nvSpPr>
          <p:spPr>
            <a:xfrm>
              <a:off x="7053476" y="14892781"/>
              <a:ext cx="1212961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301" name="文字方塊 300">
              <a:extLst>
                <a:ext uri="{FF2B5EF4-FFF2-40B4-BE49-F238E27FC236}">
                  <a16:creationId xmlns:a16="http://schemas.microsoft.com/office/drawing/2014/main" id="{C1487375-EEF8-8523-95BA-964EAA4677BA}"/>
                </a:ext>
              </a:extLst>
            </p:cNvPr>
            <p:cNvSpPr txBox="1"/>
            <p:nvPr/>
          </p:nvSpPr>
          <p:spPr>
            <a:xfrm>
              <a:off x="7108098" y="15605869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302" name="直線單箭頭接點 301">
              <a:extLst>
                <a:ext uri="{FF2B5EF4-FFF2-40B4-BE49-F238E27FC236}">
                  <a16:creationId xmlns:a16="http://schemas.microsoft.com/office/drawing/2014/main" id="{D5859F25-3CC3-B037-9AD8-A5BDAD209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7518" y="16105181"/>
              <a:ext cx="4856348" cy="19119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3" name="直線單箭頭接點 302">
              <a:extLst>
                <a:ext uri="{FF2B5EF4-FFF2-40B4-BE49-F238E27FC236}">
                  <a16:creationId xmlns:a16="http://schemas.microsoft.com/office/drawing/2014/main" id="{85463173-78C3-D968-BFC8-3582266E9F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710" y="13167798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文字方塊 303">
              <a:extLst>
                <a:ext uri="{FF2B5EF4-FFF2-40B4-BE49-F238E27FC236}">
                  <a16:creationId xmlns:a16="http://schemas.microsoft.com/office/drawing/2014/main" id="{6B0B7323-A62D-04EF-0E42-F6B6FC85AEDB}"/>
                </a:ext>
              </a:extLst>
            </p:cNvPr>
            <p:cNvSpPr txBox="1"/>
            <p:nvPr/>
          </p:nvSpPr>
          <p:spPr>
            <a:xfrm>
              <a:off x="889486" y="13348747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D92E8E93-7285-1A57-E5BC-EC6C73EDEE3F}"/>
                </a:ext>
              </a:extLst>
            </p:cNvPr>
            <p:cNvSpPr/>
            <p:nvPr/>
          </p:nvSpPr>
          <p:spPr>
            <a:xfrm>
              <a:off x="8458108" y="14142824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741C7715-7BCD-186D-AB3C-AE9671ADBC2F}"/>
                </a:ext>
              </a:extLst>
            </p:cNvPr>
            <p:cNvSpPr/>
            <p:nvPr/>
          </p:nvSpPr>
          <p:spPr>
            <a:xfrm>
              <a:off x="1633589" y="9846814"/>
              <a:ext cx="130514" cy="93549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2E5BF901-F156-58CD-3E6F-5D1F6FED760C}"/>
                </a:ext>
              </a:extLst>
            </p:cNvPr>
            <p:cNvSpPr/>
            <p:nvPr/>
          </p:nvSpPr>
          <p:spPr>
            <a:xfrm>
              <a:off x="1298600" y="9243328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33E91A60-CB82-8148-A7E9-1E1705225298}"/>
                </a:ext>
              </a:extLst>
            </p:cNvPr>
            <p:cNvSpPr/>
            <p:nvPr/>
          </p:nvSpPr>
          <p:spPr>
            <a:xfrm>
              <a:off x="2906263" y="9707504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B354FD0F-89F9-CA9E-15AC-D4B7D116E247}"/>
                </a:ext>
              </a:extLst>
            </p:cNvPr>
            <p:cNvSpPr/>
            <p:nvPr/>
          </p:nvSpPr>
          <p:spPr>
            <a:xfrm>
              <a:off x="4888001" y="1025018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:Record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42432DE9-47DF-8A47-8EB1-6154AC3D0FC5}"/>
                </a:ext>
              </a:extLst>
            </p:cNvPr>
            <p:cNvSpPr/>
            <p:nvPr/>
          </p:nvSpPr>
          <p:spPr>
            <a:xfrm>
              <a:off x="10799010" y="1026614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文字方塊 310">
              <a:extLst>
                <a:ext uri="{FF2B5EF4-FFF2-40B4-BE49-F238E27FC236}">
                  <a16:creationId xmlns:a16="http://schemas.microsoft.com/office/drawing/2014/main" id="{4E0138F8-5B5F-03FF-444E-A111719E2D1A}"/>
                </a:ext>
              </a:extLst>
            </p:cNvPr>
            <p:cNvSpPr txBox="1"/>
            <p:nvPr/>
          </p:nvSpPr>
          <p:spPr>
            <a:xfrm>
              <a:off x="7150557" y="13979011"/>
              <a:ext cx="114191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creatCalls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312" name="直線單箭頭接點 311">
              <a:extLst>
                <a:ext uri="{FF2B5EF4-FFF2-40B4-BE49-F238E27FC236}">
                  <a16:creationId xmlns:a16="http://schemas.microsoft.com/office/drawing/2014/main" id="{1F26EB3A-35F6-4FE6-00D8-981461042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3975" y="14728416"/>
              <a:ext cx="153873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3" name="文字方塊 312">
              <a:extLst>
                <a:ext uri="{FF2B5EF4-FFF2-40B4-BE49-F238E27FC236}">
                  <a16:creationId xmlns:a16="http://schemas.microsoft.com/office/drawing/2014/main" id="{02F289B6-4734-B5AA-BE44-25E6E75A583D}"/>
                </a:ext>
              </a:extLst>
            </p:cNvPr>
            <p:cNvSpPr txBox="1"/>
            <p:nvPr/>
          </p:nvSpPr>
          <p:spPr>
            <a:xfrm>
              <a:off x="3717242" y="15757646"/>
              <a:ext cx="139352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creatComplete</a:t>
              </a:r>
              <a:endParaRPr lang="zh-TW" altLang="en-US" sz="1575" dirty="0"/>
            </a:p>
          </p:txBody>
        </p:sp>
        <p:cxnSp>
          <p:nvCxnSpPr>
            <p:cNvPr id="314" name="直線接點 313">
              <a:extLst>
                <a:ext uri="{FF2B5EF4-FFF2-40B4-BE49-F238E27FC236}">
                  <a16:creationId xmlns:a16="http://schemas.microsoft.com/office/drawing/2014/main" id="{64CC4C60-2A28-8338-07DB-A67CF4ABE031}"/>
                </a:ext>
              </a:extLst>
            </p:cNvPr>
            <p:cNvCxnSpPr>
              <a:cxnSpLocks/>
            </p:cNvCxnSpPr>
            <p:nvPr/>
          </p:nvCxnSpPr>
          <p:spPr>
            <a:xfrm>
              <a:off x="11358428" y="10724074"/>
              <a:ext cx="0" cy="888746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文字方塊 314">
              <a:extLst>
                <a:ext uri="{FF2B5EF4-FFF2-40B4-BE49-F238E27FC236}">
                  <a16:creationId xmlns:a16="http://schemas.microsoft.com/office/drawing/2014/main" id="{F558C8B1-9441-ACFA-C5D9-AF23FF5123EB}"/>
                </a:ext>
              </a:extLst>
            </p:cNvPr>
            <p:cNvSpPr txBox="1"/>
            <p:nvPr/>
          </p:nvSpPr>
          <p:spPr>
            <a:xfrm>
              <a:off x="8533962" y="15200926"/>
              <a:ext cx="1385622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316" name="直線單箭頭接點 315">
              <a:extLst>
                <a:ext uri="{FF2B5EF4-FFF2-40B4-BE49-F238E27FC236}">
                  <a16:creationId xmlns:a16="http://schemas.microsoft.com/office/drawing/2014/main" id="{724803FF-DA9F-2DEE-4200-1CAD3410121C}"/>
                </a:ext>
              </a:extLst>
            </p:cNvPr>
            <p:cNvCxnSpPr>
              <a:cxnSpLocks/>
            </p:cNvCxnSpPr>
            <p:nvPr/>
          </p:nvCxnSpPr>
          <p:spPr>
            <a:xfrm>
              <a:off x="3551579" y="10555513"/>
              <a:ext cx="1336422" cy="10519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7" name="文字方塊 316">
              <a:extLst>
                <a:ext uri="{FF2B5EF4-FFF2-40B4-BE49-F238E27FC236}">
                  <a16:creationId xmlns:a16="http://schemas.microsoft.com/office/drawing/2014/main" id="{7D22A9EB-52E3-8B09-F144-758CDF2173FB}"/>
                </a:ext>
              </a:extLst>
            </p:cNvPr>
            <p:cNvSpPr txBox="1"/>
            <p:nvPr/>
          </p:nvSpPr>
          <p:spPr>
            <a:xfrm>
              <a:off x="651832" y="968490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318" name="直線單箭頭接點 317">
              <a:extLst>
                <a:ext uri="{FF2B5EF4-FFF2-40B4-BE49-F238E27FC236}">
                  <a16:creationId xmlns:a16="http://schemas.microsoft.com/office/drawing/2014/main" id="{12CBA375-17CA-3681-F702-79CC064E81A9}"/>
                </a:ext>
              </a:extLst>
            </p:cNvPr>
            <p:cNvCxnSpPr>
              <a:cxnSpLocks/>
            </p:cNvCxnSpPr>
            <p:nvPr/>
          </p:nvCxnSpPr>
          <p:spPr>
            <a:xfrm>
              <a:off x="430554" y="10035518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9" name="文字方塊 318">
              <a:extLst>
                <a:ext uri="{FF2B5EF4-FFF2-40B4-BE49-F238E27FC236}">
                  <a16:creationId xmlns:a16="http://schemas.microsoft.com/office/drawing/2014/main" id="{4415A5CE-AA50-9D9C-BBAD-DD2E521A1590}"/>
                </a:ext>
              </a:extLst>
            </p:cNvPr>
            <p:cNvSpPr txBox="1"/>
            <p:nvPr/>
          </p:nvSpPr>
          <p:spPr>
            <a:xfrm>
              <a:off x="448647" y="928981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92" name="直線單箭頭接點 191">
              <a:extLst>
                <a:ext uri="{FF2B5EF4-FFF2-40B4-BE49-F238E27FC236}">
                  <a16:creationId xmlns:a16="http://schemas.microsoft.com/office/drawing/2014/main" id="{342BA2D7-5BDE-138E-3836-CBFC00A1E591}"/>
                </a:ext>
              </a:extLst>
            </p:cNvPr>
            <p:cNvCxnSpPr/>
            <p:nvPr/>
          </p:nvCxnSpPr>
          <p:spPr>
            <a:xfrm>
              <a:off x="1759368" y="10054236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文字方塊 192">
              <a:extLst>
                <a:ext uri="{FF2B5EF4-FFF2-40B4-BE49-F238E27FC236}">
                  <a16:creationId xmlns:a16="http://schemas.microsoft.com/office/drawing/2014/main" id="{4A8993EB-7EF3-4985-35C3-0C74C7B226EC}"/>
                </a:ext>
              </a:extLst>
            </p:cNvPr>
            <p:cNvSpPr txBox="1"/>
            <p:nvPr/>
          </p:nvSpPr>
          <p:spPr>
            <a:xfrm>
              <a:off x="1951241" y="971546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94" name="直線單箭頭接點 193">
              <a:extLst>
                <a:ext uri="{FF2B5EF4-FFF2-40B4-BE49-F238E27FC236}">
                  <a16:creationId xmlns:a16="http://schemas.microsoft.com/office/drawing/2014/main" id="{D4365E62-5DCD-E2C1-DADD-A0267B385E41}"/>
                </a:ext>
              </a:extLst>
            </p:cNvPr>
            <p:cNvCxnSpPr>
              <a:cxnSpLocks/>
            </p:cNvCxnSpPr>
            <p:nvPr/>
          </p:nvCxnSpPr>
          <p:spPr>
            <a:xfrm>
              <a:off x="417101" y="9620650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5" name="文字方塊 194">
              <a:extLst>
                <a:ext uri="{FF2B5EF4-FFF2-40B4-BE49-F238E27FC236}">
                  <a16:creationId xmlns:a16="http://schemas.microsoft.com/office/drawing/2014/main" id="{CDC39FED-AAB7-58D2-81CC-B7C65605C946}"/>
                </a:ext>
              </a:extLst>
            </p:cNvPr>
            <p:cNvSpPr txBox="1"/>
            <p:nvPr/>
          </p:nvSpPr>
          <p:spPr>
            <a:xfrm>
              <a:off x="3909506" y="10205925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96" name="直線單箭頭接點 195">
              <a:extLst>
                <a:ext uri="{FF2B5EF4-FFF2-40B4-BE49-F238E27FC236}">
                  <a16:creationId xmlns:a16="http://schemas.microsoft.com/office/drawing/2014/main" id="{4DC14BD8-4A5A-AF91-B3BB-6C74BC73D05C}"/>
                </a:ext>
              </a:extLst>
            </p:cNvPr>
            <p:cNvCxnSpPr>
              <a:cxnSpLocks/>
            </p:cNvCxnSpPr>
            <p:nvPr/>
          </p:nvCxnSpPr>
          <p:spPr>
            <a:xfrm>
              <a:off x="8538112" y="15812416"/>
              <a:ext cx="1391937" cy="197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直線單箭頭接點 196">
              <a:extLst>
                <a:ext uri="{FF2B5EF4-FFF2-40B4-BE49-F238E27FC236}">
                  <a16:creationId xmlns:a16="http://schemas.microsoft.com/office/drawing/2014/main" id="{6522EF6A-FCA2-C072-319F-ADBDC51C8DD4}"/>
                </a:ext>
              </a:extLst>
            </p:cNvPr>
            <p:cNvCxnSpPr>
              <a:cxnSpLocks/>
            </p:cNvCxnSpPr>
            <p:nvPr/>
          </p:nvCxnSpPr>
          <p:spPr>
            <a:xfrm>
              <a:off x="6893975" y="14331378"/>
              <a:ext cx="157683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直線單箭頭接點 197">
              <a:extLst>
                <a:ext uri="{FF2B5EF4-FFF2-40B4-BE49-F238E27FC236}">
                  <a16:creationId xmlns:a16="http://schemas.microsoft.com/office/drawing/2014/main" id="{41DBB9C4-25B4-604E-78AE-05524DABE7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710" y="16504292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字方塊 198">
              <a:extLst>
                <a:ext uri="{FF2B5EF4-FFF2-40B4-BE49-F238E27FC236}">
                  <a16:creationId xmlns:a16="http://schemas.microsoft.com/office/drawing/2014/main" id="{58EA8CB0-9FA4-F791-C0D5-51599D8C8396}"/>
                </a:ext>
              </a:extLst>
            </p:cNvPr>
            <p:cNvSpPr txBox="1"/>
            <p:nvPr/>
          </p:nvSpPr>
          <p:spPr>
            <a:xfrm>
              <a:off x="901212" y="16681235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[select=3]</a:t>
              </a:r>
              <a:endParaRPr lang="zh-TW" altLang="en-US" sz="1125" dirty="0"/>
            </a:p>
          </p:txBody>
        </p:sp>
        <p:sp>
          <p:nvSpPr>
            <p:cNvPr id="200" name="文字方塊 199">
              <a:extLst>
                <a:ext uri="{FF2B5EF4-FFF2-40B4-BE49-F238E27FC236}">
                  <a16:creationId xmlns:a16="http://schemas.microsoft.com/office/drawing/2014/main" id="{937CFDA9-B3E2-C655-2B13-4AFA39768C5E}"/>
                </a:ext>
              </a:extLst>
            </p:cNvPr>
            <p:cNvSpPr txBox="1"/>
            <p:nvPr/>
          </p:nvSpPr>
          <p:spPr>
            <a:xfrm>
              <a:off x="1958486" y="11135912"/>
              <a:ext cx="130926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showRecord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201" name="直線單箭頭接點 200">
              <a:extLst>
                <a:ext uri="{FF2B5EF4-FFF2-40B4-BE49-F238E27FC236}">
                  <a16:creationId xmlns:a16="http://schemas.microsoft.com/office/drawing/2014/main" id="{FC1AD289-3E58-2BCB-56E7-6FAC464A0683}"/>
                </a:ext>
              </a:extLst>
            </p:cNvPr>
            <p:cNvCxnSpPr>
              <a:cxnSpLocks/>
            </p:cNvCxnSpPr>
            <p:nvPr/>
          </p:nvCxnSpPr>
          <p:spPr>
            <a:xfrm>
              <a:off x="3443007" y="11763201"/>
              <a:ext cx="1958561" cy="78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3F5AC124-EBF8-EFA6-3780-FDC169F29C1A}"/>
                </a:ext>
              </a:extLst>
            </p:cNvPr>
            <p:cNvSpPr txBox="1"/>
            <p:nvPr/>
          </p:nvSpPr>
          <p:spPr>
            <a:xfrm>
              <a:off x="4075967" y="12165725"/>
              <a:ext cx="725948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record</a:t>
              </a:r>
              <a:endParaRPr lang="zh-TW" altLang="en-US" sz="1575" dirty="0"/>
            </a:p>
          </p:txBody>
        </p:sp>
        <p:cxnSp>
          <p:nvCxnSpPr>
            <p:cNvPr id="203" name="直線單箭頭接點 202">
              <a:extLst>
                <a:ext uri="{FF2B5EF4-FFF2-40B4-BE49-F238E27FC236}">
                  <a16:creationId xmlns:a16="http://schemas.microsoft.com/office/drawing/2014/main" id="{2A110612-3666-2D3B-FB23-FE86FBAB2A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6201" y="12507775"/>
              <a:ext cx="1865367" cy="18736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字方塊 203">
              <a:extLst>
                <a:ext uri="{FF2B5EF4-FFF2-40B4-BE49-F238E27FC236}">
                  <a16:creationId xmlns:a16="http://schemas.microsoft.com/office/drawing/2014/main" id="{F40C8936-B5F0-9B0B-AEFF-28F592520153}"/>
                </a:ext>
              </a:extLst>
            </p:cNvPr>
            <p:cNvSpPr txBox="1"/>
            <p:nvPr/>
          </p:nvSpPr>
          <p:spPr>
            <a:xfrm>
              <a:off x="3589593" y="11379854"/>
              <a:ext cx="184076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showRecord</a:t>
              </a:r>
              <a:r>
                <a:rPr lang="en-US" altLang="zh-TW" sz="1575" dirty="0"/>
                <a:t>(record)</a:t>
              </a:r>
              <a:endParaRPr lang="zh-TW" altLang="en-US" sz="1575" dirty="0"/>
            </a:p>
          </p:txBody>
        </p:sp>
        <p:cxnSp>
          <p:nvCxnSpPr>
            <p:cNvPr id="205" name="直線單箭頭接點 204">
              <a:extLst>
                <a:ext uri="{FF2B5EF4-FFF2-40B4-BE49-F238E27FC236}">
                  <a16:creationId xmlns:a16="http://schemas.microsoft.com/office/drawing/2014/main" id="{695436B6-D6AA-6196-F2E4-28E92EEF0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716" y="12705754"/>
              <a:ext cx="159730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字方塊 205">
              <a:extLst>
                <a:ext uri="{FF2B5EF4-FFF2-40B4-BE49-F238E27FC236}">
                  <a16:creationId xmlns:a16="http://schemas.microsoft.com/office/drawing/2014/main" id="{D4E2DD58-963E-A9DD-C4EE-9AD297CAA401}"/>
                </a:ext>
              </a:extLst>
            </p:cNvPr>
            <p:cNvSpPr txBox="1"/>
            <p:nvPr/>
          </p:nvSpPr>
          <p:spPr>
            <a:xfrm>
              <a:off x="1961860" y="12315022"/>
              <a:ext cx="141173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showComplete</a:t>
              </a:r>
              <a:endParaRPr lang="zh-TW" altLang="en-US" sz="1575" dirty="0"/>
            </a:p>
          </p:txBody>
        </p:sp>
        <p:cxnSp>
          <p:nvCxnSpPr>
            <p:cNvPr id="207" name="直線單箭頭接點 206">
              <a:extLst>
                <a:ext uri="{FF2B5EF4-FFF2-40B4-BE49-F238E27FC236}">
                  <a16:creationId xmlns:a16="http://schemas.microsoft.com/office/drawing/2014/main" id="{CDC2010B-B177-45E0-2D22-51FB504670C7}"/>
                </a:ext>
              </a:extLst>
            </p:cNvPr>
            <p:cNvCxnSpPr>
              <a:cxnSpLocks/>
            </p:cNvCxnSpPr>
            <p:nvPr/>
          </p:nvCxnSpPr>
          <p:spPr>
            <a:xfrm>
              <a:off x="1784768" y="11503569"/>
              <a:ext cx="16266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E196CDD1-F2C0-B2D8-AD08-E6F7E096DF0D}"/>
                </a:ext>
              </a:extLst>
            </p:cNvPr>
            <p:cNvSpPr/>
            <p:nvPr/>
          </p:nvSpPr>
          <p:spPr>
            <a:xfrm>
              <a:off x="3433387" y="11373538"/>
              <a:ext cx="136438" cy="14932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2F479136-1F9E-666E-282A-14896EECA6F4}"/>
                </a:ext>
              </a:extLst>
            </p:cNvPr>
            <p:cNvSpPr/>
            <p:nvPr/>
          </p:nvSpPr>
          <p:spPr>
            <a:xfrm>
              <a:off x="8447740" y="15198120"/>
              <a:ext cx="157232" cy="10106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47DD1C92-2B84-B5AD-F98C-64420DE13B64}"/>
                </a:ext>
              </a:extLst>
            </p:cNvPr>
            <p:cNvSpPr/>
            <p:nvPr/>
          </p:nvSpPr>
          <p:spPr>
            <a:xfrm>
              <a:off x="7923087" y="1025301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:Calls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CC33C1E-17EE-065A-AB61-EE4AF38293D4}"/>
                </a:ext>
              </a:extLst>
            </p:cNvPr>
            <p:cNvSpPr/>
            <p:nvPr/>
          </p:nvSpPr>
          <p:spPr>
            <a:xfrm>
              <a:off x="6252185" y="10240904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22" name="直線單箭頭接點 221">
              <a:extLst>
                <a:ext uri="{FF2B5EF4-FFF2-40B4-BE49-F238E27FC236}">
                  <a16:creationId xmlns:a16="http://schemas.microsoft.com/office/drawing/2014/main" id="{96838120-45DE-130B-B402-D82E3B2C5B0B}"/>
                </a:ext>
              </a:extLst>
            </p:cNvPr>
            <p:cNvCxnSpPr>
              <a:cxnSpLocks/>
            </p:cNvCxnSpPr>
            <p:nvPr/>
          </p:nvCxnSpPr>
          <p:spPr>
            <a:xfrm>
              <a:off x="6893975" y="13751229"/>
              <a:ext cx="156093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3" name="文字方塊 222">
              <a:extLst>
                <a:ext uri="{FF2B5EF4-FFF2-40B4-BE49-F238E27FC236}">
                  <a16:creationId xmlns:a16="http://schemas.microsoft.com/office/drawing/2014/main" id="{F2EBDA5B-B174-7D04-82E1-B88667D3EC65}"/>
                </a:ext>
              </a:extLst>
            </p:cNvPr>
            <p:cNvSpPr txBox="1"/>
            <p:nvPr/>
          </p:nvSpPr>
          <p:spPr>
            <a:xfrm>
              <a:off x="7264561" y="1340773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958409F9-4682-827E-083F-B230AFB88211}"/>
                </a:ext>
              </a:extLst>
            </p:cNvPr>
            <p:cNvSpPr/>
            <p:nvPr/>
          </p:nvSpPr>
          <p:spPr>
            <a:xfrm>
              <a:off x="6730416" y="13478600"/>
              <a:ext cx="163559" cy="404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9EDBAEEC-3D8A-9D32-1C63-885DDAFE73CD}"/>
                </a:ext>
              </a:extLst>
            </p:cNvPr>
            <p:cNvSpPr/>
            <p:nvPr/>
          </p:nvSpPr>
          <p:spPr>
            <a:xfrm>
              <a:off x="6722437" y="14082811"/>
              <a:ext cx="202440" cy="22441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0A4ACC00-A637-BCCD-B188-9631FA6B54C2}"/>
                </a:ext>
              </a:extLst>
            </p:cNvPr>
            <p:cNvSpPr/>
            <p:nvPr/>
          </p:nvSpPr>
          <p:spPr>
            <a:xfrm>
              <a:off x="3410905" y="10339378"/>
              <a:ext cx="169941" cy="3816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229" name="直線單箭頭接點 228">
              <a:extLst>
                <a:ext uri="{FF2B5EF4-FFF2-40B4-BE49-F238E27FC236}">
                  <a16:creationId xmlns:a16="http://schemas.microsoft.com/office/drawing/2014/main" id="{3EA75C8A-56DA-0799-CE86-A583CF58DBB7}"/>
                </a:ext>
              </a:extLst>
            </p:cNvPr>
            <p:cNvCxnSpPr>
              <a:cxnSpLocks/>
              <a:endCxn id="226" idx="1"/>
            </p:cNvCxnSpPr>
            <p:nvPr/>
          </p:nvCxnSpPr>
          <p:spPr>
            <a:xfrm>
              <a:off x="1757084" y="13666007"/>
              <a:ext cx="4973332" cy="14777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文字方塊 229">
              <a:extLst>
                <a:ext uri="{FF2B5EF4-FFF2-40B4-BE49-F238E27FC236}">
                  <a16:creationId xmlns:a16="http://schemas.microsoft.com/office/drawing/2014/main" id="{2FBBE0E4-2C7D-8FCC-BE60-A8918DADF166}"/>
                </a:ext>
              </a:extLst>
            </p:cNvPr>
            <p:cNvSpPr txBox="1"/>
            <p:nvPr/>
          </p:nvSpPr>
          <p:spPr>
            <a:xfrm>
              <a:off x="3997584" y="13311713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231" name="直線單箭頭接點 230">
              <a:extLst>
                <a:ext uri="{FF2B5EF4-FFF2-40B4-BE49-F238E27FC236}">
                  <a16:creationId xmlns:a16="http://schemas.microsoft.com/office/drawing/2014/main" id="{92F2858A-8059-C4E7-7DF5-D255BDDCE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3975" y="16010622"/>
              <a:ext cx="158899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0" name="文字方塊 239">
              <a:extLst>
                <a:ext uri="{FF2B5EF4-FFF2-40B4-BE49-F238E27FC236}">
                  <a16:creationId xmlns:a16="http://schemas.microsoft.com/office/drawing/2014/main" id="{21DB80D4-6EB7-CCCC-BCD0-10769882C43E}"/>
                </a:ext>
              </a:extLst>
            </p:cNvPr>
            <p:cNvSpPr txBox="1"/>
            <p:nvPr/>
          </p:nvSpPr>
          <p:spPr>
            <a:xfrm>
              <a:off x="1974519" y="16688995"/>
              <a:ext cx="145347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241" name="直線單箭頭接點 240">
              <a:extLst>
                <a:ext uri="{FF2B5EF4-FFF2-40B4-BE49-F238E27FC236}">
                  <a16:creationId xmlns:a16="http://schemas.microsoft.com/office/drawing/2014/main" id="{0D1EF0CF-2CC1-F255-8E90-73DB3C4AD65E}"/>
                </a:ext>
              </a:extLst>
            </p:cNvPr>
            <p:cNvCxnSpPr>
              <a:cxnSpLocks/>
            </p:cNvCxnSpPr>
            <p:nvPr/>
          </p:nvCxnSpPr>
          <p:spPr>
            <a:xfrm>
              <a:off x="3519847" y="17265884"/>
              <a:ext cx="1922887" cy="3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4" name="文字方塊 243">
              <a:extLst>
                <a:ext uri="{FF2B5EF4-FFF2-40B4-BE49-F238E27FC236}">
                  <a16:creationId xmlns:a16="http://schemas.microsoft.com/office/drawing/2014/main" id="{1FDE9CCE-A8D4-70DB-3673-F9CDEFD35687}"/>
                </a:ext>
              </a:extLst>
            </p:cNvPr>
            <p:cNvSpPr txBox="1"/>
            <p:nvPr/>
          </p:nvSpPr>
          <p:spPr>
            <a:xfrm>
              <a:off x="3983173" y="17623805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cxnSp>
          <p:nvCxnSpPr>
            <p:cNvPr id="245" name="直線單箭頭接點 244">
              <a:extLst>
                <a:ext uri="{FF2B5EF4-FFF2-40B4-BE49-F238E27FC236}">
                  <a16:creationId xmlns:a16="http://schemas.microsoft.com/office/drawing/2014/main" id="{1EE71D87-3F65-25E6-95D0-5C57F57CF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3327" y="18035479"/>
              <a:ext cx="1828241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ADE14BA2-156E-7436-8014-23FFB7B4AA8E}"/>
                </a:ext>
              </a:extLst>
            </p:cNvPr>
            <p:cNvSpPr/>
            <p:nvPr/>
          </p:nvSpPr>
          <p:spPr>
            <a:xfrm>
              <a:off x="5406716" y="17082453"/>
              <a:ext cx="137448" cy="11656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47" name="文字方塊 246">
              <a:extLst>
                <a:ext uri="{FF2B5EF4-FFF2-40B4-BE49-F238E27FC236}">
                  <a16:creationId xmlns:a16="http://schemas.microsoft.com/office/drawing/2014/main" id="{EB0F9FA9-4B0E-BF1B-42A2-F78B4B7FDF1F}"/>
                </a:ext>
              </a:extLst>
            </p:cNvPr>
            <p:cNvSpPr txBox="1"/>
            <p:nvPr/>
          </p:nvSpPr>
          <p:spPr>
            <a:xfrm>
              <a:off x="3867992" y="16669216"/>
              <a:ext cx="133164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248" name="直線單箭頭接點 247">
              <a:extLst>
                <a:ext uri="{FF2B5EF4-FFF2-40B4-BE49-F238E27FC236}">
                  <a16:creationId xmlns:a16="http://schemas.microsoft.com/office/drawing/2014/main" id="{79121D9E-E03A-6E42-F376-39AA92D42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5300" y="18221649"/>
              <a:ext cx="167196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9" name="文字方塊 248">
              <a:extLst>
                <a:ext uri="{FF2B5EF4-FFF2-40B4-BE49-F238E27FC236}">
                  <a16:creationId xmlns:a16="http://schemas.microsoft.com/office/drawing/2014/main" id="{3F7A2F52-74BE-6D6F-24E5-3F80670CE155}"/>
                </a:ext>
              </a:extLst>
            </p:cNvPr>
            <p:cNvSpPr txBox="1"/>
            <p:nvPr/>
          </p:nvSpPr>
          <p:spPr>
            <a:xfrm>
              <a:off x="1883672" y="17823414"/>
              <a:ext cx="155593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updateComplete</a:t>
              </a:r>
              <a:endParaRPr lang="zh-TW" altLang="en-US" sz="1575" dirty="0"/>
            </a:p>
          </p:txBody>
        </p:sp>
        <p:cxnSp>
          <p:nvCxnSpPr>
            <p:cNvPr id="250" name="直線單箭頭接點 249">
              <a:extLst>
                <a:ext uri="{FF2B5EF4-FFF2-40B4-BE49-F238E27FC236}">
                  <a16:creationId xmlns:a16="http://schemas.microsoft.com/office/drawing/2014/main" id="{AABD0FA6-7905-F515-F425-CB3D12CB430C}"/>
                </a:ext>
              </a:extLst>
            </p:cNvPr>
            <p:cNvCxnSpPr>
              <a:cxnSpLocks/>
            </p:cNvCxnSpPr>
            <p:nvPr/>
          </p:nvCxnSpPr>
          <p:spPr>
            <a:xfrm>
              <a:off x="1767920" y="17075502"/>
              <a:ext cx="16849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BEBC4C24-B9A2-9CCC-D85F-89C3EE0623C2}"/>
                </a:ext>
              </a:extLst>
            </p:cNvPr>
            <p:cNvSpPr/>
            <p:nvPr/>
          </p:nvSpPr>
          <p:spPr>
            <a:xfrm>
              <a:off x="3465595" y="16913521"/>
              <a:ext cx="123998" cy="15207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252" name="直線單箭頭接點 251">
              <a:extLst>
                <a:ext uri="{FF2B5EF4-FFF2-40B4-BE49-F238E27FC236}">
                  <a16:creationId xmlns:a16="http://schemas.microsoft.com/office/drawing/2014/main" id="{B0A9B619-3DC1-CE84-EA17-41A9E7C31D2A}"/>
                </a:ext>
              </a:extLst>
            </p:cNvPr>
            <p:cNvCxnSpPr>
              <a:cxnSpLocks/>
            </p:cNvCxnSpPr>
            <p:nvPr/>
          </p:nvCxnSpPr>
          <p:spPr>
            <a:xfrm>
              <a:off x="5455293" y="17419306"/>
              <a:ext cx="590313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64504043-142F-51A2-21E2-735F47FEA263}"/>
                </a:ext>
              </a:extLst>
            </p:cNvPr>
            <p:cNvSpPr txBox="1"/>
            <p:nvPr/>
          </p:nvSpPr>
          <p:spPr>
            <a:xfrm>
              <a:off x="7941923" y="17025263"/>
              <a:ext cx="2614330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254" name="直線單箭頭接點 253">
              <a:extLst>
                <a:ext uri="{FF2B5EF4-FFF2-40B4-BE49-F238E27FC236}">
                  <a16:creationId xmlns:a16="http://schemas.microsoft.com/office/drawing/2014/main" id="{1F545E28-6210-9574-CBC6-5324548A1A7D}"/>
                </a:ext>
              </a:extLst>
            </p:cNvPr>
            <p:cNvCxnSpPr>
              <a:cxnSpLocks/>
            </p:cNvCxnSpPr>
            <p:nvPr/>
          </p:nvCxnSpPr>
          <p:spPr>
            <a:xfrm>
              <a:off x="5401568" y="11935996"/>
              <a:ext cx="595686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91525C22-5E32-6F2B-28BC-A91A49173771}"/>
                </a:ext>
              </a:extLst>
            </p:cNvPr>
            <p:cNvSpPr/>
            <p:nvPr/>
          </p:nvSpPr>
          <p:spPr>
            <a:xfrm>
              <a:off x="5401568" y="11527433"/>
              <a:ext cx="136438" cy="121119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320" name="直線單箭頭接點 319">
              <a:extLst>
                <a:ext uri="{FF2B5EF4-FFF2-40B4-BE49-F238E27FC236}">
                  <a16:creationId xmlns:a16="http://schemas.microsoft.com/office/drawing/2014/main" id="{A4154D7C-EE53-121A-5F1F-5E47F9232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006" y="12376037"/>
              <a:ext cx="582042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1" name="文字方塊 320">
              <a:extLst>
                <a:ext uri="{FF2B5EF4-FFF2-40B4-BE49-F238E27FC236}">
                  <a16:creationId xmlns:a16="http://schemas.microsoft.com/office/drawing/2014/main" id="{6C486303-4DD2-CD42-2E5B-26F3AEA325E4}"/>
                </a:ext>
              </a:extLst>
            </p:cNvPr>
            <p:cNvSpPr txBox="1"/>
            <p:nvPr/>
          </p:nvSpPr>
          <p:spPr>
            <a:xfrm>
              <a:off x="8006604" y="11552867"/>
              <a:ext cx="213500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getRecordRec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recordID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322" name="文字方塊 321">
              <a:extLst>
                <a:ext uri="{FF2B5EF4-FFF2-40B4-BE49-F238E27FC236}">
                  <a16:creationId xmlns:a16="http://schemas.microsoft.com/office/drawing/2014/main" id="{1DAA8FF0-5591-3055-FD89-0ED1537A7E30}"/>
                </a:ext>
              </a:extLst>
            </p:cNvPr>
            <p:cNvSpPr txBox="1"/>
            <p:nvPr/>
          </p:nvSpPr>
          <p:spPr>
            <a:xfrm>
              <a:off x="8550671" y="11978230"/>
              <a:ext cx="100758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recordRec</a:t>
              </a:r>
              <a:endParaRPr lang="zh-TW" altLang="en-US" sz="1575" dirty="0"/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06AE7853-2E74-E1EE-09B5-EDBC70578985}"/>
                </a:ext>
              </a:extLst>
            </p:cNvPr>
            <p:cNvSpPr/>
            <p:nvPr/>
          </p:nvSpPr>
          <p:spPr>
            <a:xfrm>
              <a:off x="9372084" y="10255675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24" name="直線接點 323">
              <a:extLst>
                <a:ext uri="{FF2B5EF4-FFF2-40B4-BE49-F238E27FC236}">
                  <a16:creationId xmlns:a16="http://schemas.microsoft.com/office/drawing/2014/main" id="{994E62B7-F739-E950-5938-314FF30E5A9E}"/>
                </a:ext>
              </a:extLst>
            </p:cNvPr>
            <p:cNvCxnSpPr>
              <a:cxnSpLocks/>
            </p:cNvCxnSpPr>
            <p:nvPr/>
          </p:nvCxnSpPr>
          <p:spPr>
            <a:xfrm>
              <a:off x="9931502" y="10713607"/>
              <a:ext cx="0" cy="872013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線單箭頭接點 324">
              <a:extLst>
                <a:ext uri="{FF2B5EF4-FFF2-40B4-BE49-F238E27FC236}">
                  <a16:creationId xmlns:a16="http://schemas.microsoft.com/office/drawing/2014/main" id="{81454F9B-729F-F9E2-2F3F-2F774D65603D}"/>
                </a:ext>
              </a:extLst>
            </p:cNvPr>
            <p:cNvCxnSpPr>
              <a:cxnSpLocks/>
            </p:cNvCxnSpPr>
            <p:nvPr/>
          </p:nvCxnSpPr>
          <p:spPr>
            <a:xfrm>
              <a:off x="6893975" y="15482185"/>
              <a:ext cx="158946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6" name="直線單箭頭接點 325">
              <a:extLst>
                <a:ext uri="{FF2B5EF4-FFF2-40B4-BE49-F238E27FC236}">
                  <a16:creationId xmlns:a16="http://schemas.microsoft.com/office/drawing/2014/main" id="{E6EEFA5B-13E9-027A-7846-6E6741CE8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006" y="17903407"/>
              <a:ext cx="572827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7" name="文字方塊 326">
              <a:extLst>
                <a:ext uri="{FF2B5EF4-FFF2-40B4-BE49-F238E27FC236}">
                  <a16:creationId xmlns:a16="http://schemas.microsoft.com/office/drawing/2014/main" id="{2965D827-3326-8D57-060C-48976B6D0084}"/>
                </a:ext>
              </a:extLst>
            </p:cNvPr>
            <p:cNvSpPr txBox="1"/>
            <p:nvPr/>
          </p:nvSpPr>
          <p:spPr>
            <a:xfrm>
              <a:off x="8513098" y="17488707"/>
              <a:ext cx="100758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recordRec</a:t>
              </a:r>
              <a:endParaRPr lang="zh-TW" altLang="en-US" sz="1575" dirty="0"/>
            </a:p>
          </p:txBody>
        </p:sp>
      </p:grpSp>
    </p:spTree>
    <p:extLst>
      <p:ext uri="{BB962C8B-B14F-4D97-AF65-F5344CB8AC3E}">
        <p14:creationId xmlns:p14="http://schemas.microsoft.com/office/powerpoint/2010/main" val="133372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DDB52539-C086-A38F-3D90-417BDEABEAA1}"/>
              </a:ext>
            </a:extLst>
          </p:cNvPr>
          <p:cNvGrpSpPr/>
          <p:nvPr/>
        </p:nvGrpSpPr>
        <p:grpSpPr>
          <a:xfrm>
            <a:off x="1617966" y="7309886"/>
            <a:ext cx="8809508" cy="5546792"/>
            <a:chOff x="1617966" y="1874286"/>
            <a:chExt cx="8809508" cy="5546792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EAB8A32C-0D3F-D9CD-A976-9F722994B553}"/>
                </a:ext>
              </a:extLst>
            </p:cNvPr>
            <p:cNvCxnSpPr>
              <a:cxnSpLocks/>
            </p:cNvCxnSpPr>
            <p:nvPr/>
          </p:nvCxnSpPr>
          <p:spPr>
            <a:xfrm>
              <a:off x="3049864" y="2733301"/>
              <a:ext cx="11241" cy="462040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B23A7CFE-C882-FDFD-586B-0F54DA407572}"/>
                </a:ext>
              </a:extLst>
            </p:cNvPr>
            <p:cNvCxnSpPr>
              <a:cxnSpLocks/>
            </p:cNvCxnSpPr>
            <p:nvPr/>
          </p:nvCxnSpPr>
          <p:spPr>
            <a:xfrm>
              <a:off x="4565703" y="3161201"/>
              <a:ext cx="20635" cy="425987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C1AC7B8-4170-7C95-BF15-B8CEC543F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966" y="1874286"/>
              <a:ext cx="424439" cy="606567"/>
            </a:xfrm>
            <a:prstGeom prst="rect">
              <a:avLst/>
            </a:prstGeom>
          </p:spPr>
        </p:pic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C55E34F0-A851-0370-3444-8E5CD4E6EB0C}"/>
                </a:ext>
              </a:extLst>
            </p:cNvPr>
            <p:cNvCxnSpPr>
              <a:cxnSpLocks/>
            </p:cNvCxnSpPr>
            <p:nvPr/>
          </p:nvCxnSpPr>
          <p:spPr>
            <a:xfrm>
              <a:off x="1791818" y="2480854"/>
              <a:ext cx="0" cy="487284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B669B24-29FD-056A-6725-31581FA21B89}"/>
                </a:ext>
              </a:extLst>
            </p:cNvPr>
            <p:cNvCxnSpPr>
              <a:cxnSpLocks/>
            </p:cNvCxnSpPr>
            <p:nvPr/>
          </p:nvCxnSpPr>
          <p:spPr>
            <a:xfrm>
              <a:off x="7826276" y="3435393"/>
              <a:ext cx="8485" cy="384130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6685DEDD-FFC7-ACDE-19F9-1D9BCB752AEC}"/>
                </a:ext>
              </a:extLst>
            </p:cNvPr>
            <p:cNvSpPr txBox="1"/>
            <p:nvPr/>
          </p:nvSpPr>
          <p:spPr>
            <a:xfrm>
              <a:off x="5407925" y="3753061"/>
              <a:ext cx="16155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modifyUser</a:t>
              </a:r>
              <a:r>
                <a:rPr lang="en-US" altLang="zh-TW" sz="1575" dirty="0"/>
                <a:t>(user)</a:t>
              </a:r>
              <a:endParaRPr lang="zh-TW" altLang="en-US" sz="1575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3627DA70-3C95-2B9F-F8AD-F6ECDBE98B55}"/>
                </a:ext>
              </a:extLst>
            </p:cNvPr>
            <p:cNvSpPr txBox="1"/>
            <p:nvPr/>
          </p:nvSpPr>
          <p:spPr>
            <a:xfrm>
              <a:off x="5637761" y="5871450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A9A4FC62-9440-E166-4DFA-D0AC08E29B13}"/>
                </a:ext>
              </a:extLst>
            </p:cNvPr>
            <p:cNvSpPr txBox="1"/>
            <p:nvPr/>
          </p:nvSpPr>
          <p:spPr>
            <a:xfrm>
              <a:off x="5426976" y="5506275"/>
              <a:ext cx="169546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(user)</a:t>
              </a:r>
              <a:endParaRPr lang="zh-TW" altLang="en-US" sz="1575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251DF5C1-52E2-35AD-F735-8D2049D3015F}"/>
                </a:ext>
              </a:extLst>
            </p:cNvPr>
            <p:cNvSpPr txBox="1"/>
            <p:nvPr/>
          </p:nvSpPr>
          <p:spPr>
            <a:xfrm>
              <a:off x="5910869" y="4192329"/>
              <a:ext cx="540533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user</a:t>
              </a:r>
              <a:endParaRPr lang="zh-TW" altLang="en-US" sz="1575" dirty="0"/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58511CB6-4A02-68A3-ADCC-9E968D2816A9}"/>
                </a:ext>
              </a:extLst>
            </p:cNvPr>
            <p:cNvCxnSpPr/>
            <p:nvPr/>
          </p:nvCxnSpPr>
          <p:spPr>
            <a:xfrm>
              <a:off x="4544342" y="4079246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1026503A-588A-31DD-7981-E5DE548743C8}"/>
                </a:ext>
              </a:extLst>
            </p:cNvPr>
            <p:cNvCxnSpPr/>
            <p:nvPr/>
          </p:nvCxnSpPr>
          <p:spPr>
            <a:xfrm>
              <a:off x="4531635" y="5846999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66F2EAF8-23C2-E677-6290-991C7B3A2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65504" y="4510452"/>
              <a:ext cx="31148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8DFAD09E-F2CF-093D-8A65-1CEB0DEDF1EE}"/>
                </a:ext>
              </a:extLst>
            </p:cNvPr>
            <p:cNvCxnSpPr/>
            <p:nvPr/>
          </p:nvCxnSpPr>
          <p:spPr>
            <a:xfrm flipH="1">
              <a:off x="4639632" y="6206972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F6DBB23-AA0B-AB96-48B9-44D8997139C9}"/>
                </a:ext>
              </a:extLst>
            </p:cNvPr>
            <p:cNvSpPr/>
            <p:nvPr/>
          </p:nvSpPr>
          <p:spPr>
            <a:xfrm>
              <a:off x="3002973" y="2830599"/>
              <a:ext cx="104679" cy="40995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44BBF6F-F273-8F4B-452C-54E130A9D525}"/>
                </a:ext>
              </a:extLst>
            </p:cNvPr>
            <p:cNvSpPr/>
            <p:nvPr/>
          </p:nvSpPr>
          <p:spPr>
            <a:xfrm>
              <a:off x="2670380" y="2235369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3B08A00-EDAD-3A81-B001-B9000A43F0E2}"/>
                </a:ext>
              </a:extLst>
            </p:cNvPr>
            <p:cNvSpPr/>
            <p:nvPr/>
          </p:nvSpPr>
          <p:spPr>
            <a:xfrm>
              <a:off x="4318568" y="264667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31B214A-41AA-8452-A384-2B232AA2FB14}"/>
                </a:ext>
              </a:extLst>
            </p:cNvPr>
            <p:cNvSpPr/>
            <p:nvPr/>
          </p:nvSpPr>
          <p:spPr>
            <a:xfrm>
              <a:off x="7293919" y="291988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:User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5FC240C-9294-7BD3-0AC8-2A3BE42BC780}"/>
                </a:ext>
              </a:extLst>
            </p:cNvPr>
            <p:cNvSpPr/>
            <p:nvPr/>
          </p:nvSpPr>
          <p:spPr>
            <a:xfrm>
              <a:off x="9287634" y="2938830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52F46FE-672B-347A-D1D0-D0BAF4A444E4}"/>
                </a:ext>
              </a:extLst>
            </p:cNvPr>
            <p:cNvSpPr/>
            <p:nvPr/>
          </p:nvSpPr>
          <p:spPr>
            <a:xfrm>
              <a:off x="4506967" y="3733020"/>
              <a:ext cx="132468" cy="2811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73A4BEF-A003-5772-020E-A7DF38849E27}"/>
                </a:ext>
              </a:extLst>
            </p:cNvPr>
            <p:cNvSpPr txBox="1"/>
            <p:nvPr/>
          </p:nvSpPr>
          <p:spPr>
            <a:xfrm>
              <a:off x="3208194" y="3611069"/>
              <a:ext cx="119224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modifyUser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BE3867A0-40C9-09B1-B2C9-92F81483A1B5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91" y="3930023"/>
              <a:ext cx="146563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C8DD1055-4BAE-0EE9-C9F5-D6D19F7B57FD}"/>
                </a:ext>
              </a:extLst>
            </p:cNvPr>
            <p:cNvSpPr txBox="1"/>
            <p:nvPr/>
          </p:nvSpPr>
          <p:spPr>
            <a:xfrm>
              <a:off x="3048532" y="5985296"/>
              <a:ext cx="155132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modifyComplete</a:t>
              </a:r>
              <a:endParaRPr lang="zh-TW" altLang="en-US" sz="1575" dirty="0"/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33970302-6DE5-52A8-3367-3BD46D85D591}"/>
                </a:ext>
              </a:extLst>
            </p:cNvPr>
            <p:cNvCxnSpPr/>
            <p:nvPr/>
          </p:nvCxnSpPr>
          <p:spPr>
            <a:xfrm flipH="1">
              <a:off x="3129742" y="6349851"/>
              <a:ext cx="135678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9FBFF33-7AB5-AD03-0F1C-3DCB5B865916}"/>
                </a:ext>
              </a:extLst>
            </p:cNvPr>
            <p:cNvCxnSpPr>
              <a:cxnSpLocks/>
            </p:cNvCxnSpPr>
            <p:nvPr/>
          </p:nvCxnSpPr>
          <p:spPr>
            <a:xfrm>
              <a:off x="9851124" y="3479257"/>
              <a:ext cx="10038" cy="379744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BFB512FB-6F55-DFB2-02B4-E17B81940A28}"/>
                </a:ext>
              </a:extLst>
            </p:cNvPr>
            <p:cNvSpPr txBox="1"/>
            <p:nvPr/>
          </p:nvSpPr>
          <p:spPr>
            <a:xfrm>
              <a:off x="8044227" y="3803179"/>
              <a:ext cx="177016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getUserRec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84DC446-912A-36C7-8F11-9D80B5F2BB6F}"/>
                </a:ext>
              </a:extLst>
            </p:cNvPr>
            <p:cNvSpPr txBox="1"/>
            <p:nvPr/>
          </p:nvSpPr>
          <p:spPr>
            <a:xfrm>
              <a:off x="8518700" y="4117747"/>
              <a:ext cx="8319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userRec</a:t>
              </a:r>
              <a:endParaRPr lang="zh-TW" altLang="en-US" sz="1575" dirty="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53D48680-D9A1-BA54-2F41-9BEAC5190E4C}"/>
                </a:ext>
              </a:extLst>
            </p:cNvPr>
            <p:cNvSpPr txBox="1"/>
            <p:nvPr/>
          </p:nvSpPr>
          <p:spPr>
            <a:xfrm>
              <a:off x="7912546" y="5719195"/>
              <a:ext cx="1986891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saveUserRec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EAB2933C-C068-3AE9-3598-376CC408E051}"/>
                </a:ext>
              </a:extLst>
            </p:cNvPr>
            <p:cNvCxnSpPr/>
            <p:nvPr/>
          </p:nvCxnSpPr>
          <p:spPr>
            <a:xfrm>
              <a:off x="4582843" y="3302385"/>
              <a:ext cx="269331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B0DFF783-164F-6211-CBD0-F6B974E91E98}"/>
                </a:ext>
              </a:extLst>
            </p:cNvPr>
            <p:cNvSpPr txBox="1"/>
            <p:nvPr/>
          </p:nvSpPr>
          <p:spPr>
            <a:xfrm>
              <a:off x="2103872" y="267453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B6C6FE34-4E28-92FE-E6F8-C873714DC901}"/>
                </a:ext>
              </a:extLst>
            </p:cNvPr>
            <p:cNvCxnSpPr>
              <a:cxnSpLocks/>
            </p:cNvCxnSpPr>
            <p:nvPr/>
          </p:nvCxnSpPr>
          <p:spPr>
            <a:xfrm>
              <a:off x="1791818" y="3030325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65BB30F6-03A6-3A23-41D0-6F68853A0CAB}"/>
                </a:ext>
              </a:extLst>
            </p:cNvPr>
            <p:cNvSpPr txBox="1"/>
            <p:nvPr/>
          </p:nvSpPr>
          <p:spPr>
            <a:xfrm>
              <a:off x="1874807" y="2267391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840F69E3-BB00-9AFF-2AE3-073F9B6474AD}"/>
                </a:ext>
              </a:extLst>
            </p:cNvPr>
            <p:cNvCxnSpPr/>
            <p:nvPr/>
          </p:nvCxnSpPr>
          <p:spPr>
            <a:xfrm>
              <a:off x="3139778" y="3049575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6EE7E5B-F88C-8739-8EAE-9361ED6F62C1}"/>
                </a:ext>
              </a:extLst>
            </p:cNvPr>
            <p:cNvSpPr txBox="1"/>
            <p:nvPr/>
          </p:nvSpPr>
          <p:spPr>
            <a:xfrm>
              <a:off x="3391072" y="271856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DA1DC45C-C7A6-4E16-F628-5B7F7B3003BE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42" y="2606375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53F5261-DB04-7F5B-58DA-3408BD3919F4}"/>
                </a:ext>
              </a:extLst>
            </p:cNvPr>
            <p:cNvSpPr txBox="1"/>
            <p:nvPr/>
          </p:nvSpPr>
          <p:spPr>
            <a:xfrm>
              <a:off x="5849038" y="2991889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84D71144-A734-314C-8F85-65E98E018A0E}"/>
                </a:ext>
              </a:extLst>
            </p:cNvPr>
            <p:cNvCxnSpPr>
              <a:cxnSpLocks/>
            </p:cNvCxnSpPr>
            <p:nvPr/>
          </p:nvCxnSpPr>
          <p:spPr>
            <a:xfrm>
              <a:off x="7908513" y="6066366"/>
              <a:ext cx="195908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F572B6CA-143D-B1BC-174E-F18F892CDAE3}"/>
                </a:ext>
              </a:extLst>
            </p:cNvPr>
            <p:cNvCxnSpPr>
              <a:cxnSpLocks/>
            </p:cNvCxnSpPr>
            <p:nvPr/>
          </p:nvCxnSpPr>
          <p:spPr>
            <a:xfrm>
              <a:off x="7900267" y="4154751"/>
              <a:ext cx="19508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CA975640-2839-C15F-3183-C499B311D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67" y="4443072"/>
              <a:ext cx="1950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62BAF61-2C88-CEB5-1D05-23DE2B703645}"/>
                </a:ext>
              </a:extLst>
            </p:cNvPr>
            <p:cNvSpPr/>
            <p:nvPr/>
          </p:nvSpPr>
          <p:spPr>
            <a:xfrm>
              <a:off x="4498105" y="3202314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7126ECBA-7401-9564-7EC7-5501526BE4F2}"/>
                </a:ext>
              </a:extLst>
            </p:cNvPr>
            <p:cNvCxnSpPr/>
            <p:nvPr/>
          </p:nvCxnSpPr>
          <p:spPr>
            <a:xfrm>
              <a:off x="4523054" y="4958862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0E0AB8F8-ED69-7B11-8B57-2D41F9A21B28}"/>
                </a:ext>
              </a:extLst>
            </p:cNvPr>
            <p:cNvSpPr txBox="1"/>
            <p:nvPr/>
          </p:nvSpPr>
          <p:spPr>
            <a:xfrm>
              <a:off x="5622182" y="5004045"/>
              <a:ext cx="1452161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itemMessage</a:t>
              </a:r>
              <a:endParaRPr lang="zh-TW" altLang="en-US" sz="1575" dirty="0"/>
            </a:p>
          </p:txBody>
        </p: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826196C9-39FB-73A4-D22A-591B88763AB6}"/>
                </a:ext>
              </a:extLst>
            </p:cNvPr>
            <p:cNvCxnSpPr/>
            <p:nvPr/>
          </p:nvCxnSpPr>
          <p:spPr>
            <a:xfrm flipH="1">
              <a:off x="4621312" y="5358468"/>
              <a:ext cx="315907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82E72D78-1FFC-7E92-8645-9D578C1994C2}"/>
                </a:ext>
              </a:extLst>
            </p:cNvPr>
            <p:cNvSpPr txBox="1"/>
            <p:nvPr/>
          </p:nvSpPr>
          <p:spPr>
            <a:xfrm>
              <a:off x="5371581" y="4624049"/>
              <a:ext cx="188910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checkItem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userItem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B27BBA0-3A0F-1939-E9CA-550B1F665DA8}"/>
                </a:ext>
              </a:extLst>
            </p:cNvPr>
            <p:cNvSpPr/>
            <p:nvPr/>
          </p:nvSpPr>
          <p:spPr>
            <a:xfrm>
              <a:off x="7770274" y="5656447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FEE11318-EE67-24AE-6B35-133691B061FB}"/>
                </a:ext>
              </a:extLst>
            </p:cNvPr>
            <p:cNvSpPr/>
            <p:nvPr/>
          </p:nvSpPr>
          <p:spPr>
            <a:xfrm>
              <a:off x="7771818" y="4798197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F7130BCB-EDF9-DFE4-F9D8-238874DD9ACA}"/>
                </a:ext>
              </a:extLst>
            </p:cNvPr>
            <p:cNvSpPr/>
            <p:nvPr/>
          </p:nvSpPr>
          <p:spPr>
            <a:xfrm>
              <a:off x="7770184" y="3942874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03DFAFC2-C13D-B5DF-A7AE-CB4761AEA996}"/>
              </a:ext>
            </a:extLst>
          </p:cNvPr>
          <p:cNvSpPr txBox="1"/>
          <p:nvPr/>
        </p:nvSpPr>
        <p:spPr>
          <a:xfrm>
            <a:off x="4437842" y="5939110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管理帳戶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403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5FC5827-18DC-3D1E-9040-E993E5143581}"/>
              </a:ext>
            </a:extLst>
          </p:cNvPr>
          <p:cNvSpPr txBox="1"/>
          <p:nvPr/>
        </p:nvSpPr>
        <p:spPr>
          <a:xfrm>
            <a:off x="4310896" y="1863959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上傳照片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D964DA6F-69D0-BA02-0926-3612457A9DBE}"/>
              </a:ext>
            </a:extLst>
          </p:cNvPr>
          <p:cNvCxnSpPr>
            <a:cxnSpLocks/>
          </p:cNvCxnSpPr>
          <p:nvPr/>
        </p:nvCxnSpPr>
        <p:spPr>
          <a:xfrm>
            <a:off x="7859283" y="5297005"/>
            <a:ext cx="29749" cy="1315331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72265D75-8C73-61BC-577A-A744D8115180}"/>
              </a:ext>
            </a:extLst>
          </p:cNvPr>
          <p:cNvCxnSpPr>
            <a:cxnSpLocks/>
          </p:cNvCxnSpPr>
          <p:nvPr/>
        </p:nvCxnSpPr>
        <p:spPr>
          <a:xfrm>
            <a:off x="6499549" y="4731652"/>
            <a:ext cx="72174" cy="1371866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FA58372-3244-406C-867C-4D1D03EDC6B2}"/>
              </a:ext>
            </a:extLst>
          </p:cNvPr>
          <p:cNvCxnSpPr>
            <a:cxnSpLocks/>
          </p:cNvCxnSpPr>
          <p:nvPr/>
        </p:nvCxnSpPr>
        <p:spPr>
          <a:xfrm>
            <a:off x="1750454" y="4263973"/>
            <a:ext cx="16316" cy="1418634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D06765D-AD7F-B9AF-6BB7-9BF8936FDBD8}"/>
              </a:ext>
            </a:extLst>
          </p:cNvPr>
          <p:cNvCxnSpPr>
            <a:cxnSpLocks/>
          </p:cNvCxnSpPr>
          <p:nvPr/>
        </p:nvCxnSpPr>
        <p:spPr>
          <a:xfrm>
            <a:off x="3528547" y="4728149"/>
            <a:ext cx="66302" cy="1368765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>
            <a:extLst>
              <a:ext uri="{FF2B5EF4-FFF2-40B4-BE49-F238E27FC236}">
                <a16:creationId xmlns:a16="http://schemas.microsoft.com/office/drawing/2014/main" id="{C0E0AD5F-B532-7AC8-047B-45EAA057E8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9043" r="8989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54" y="3223820"/>
            <a:ext cx="424439" cy="606567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65F98AF-61A9-BE24-CAFB-53DED24446A6}"/>
              </a:ext>
            </a:extLst>
          </p:cNvPr>
          <p:cNvCxnSpPr>
            <a:cxnSpLocks/>
          </p:cNvCxnSpPr>
          <p:nvPr/>
        </p:nvCxnSpPr>
        <p:spPr>
          <a:xfrm flipH="1">
            <a:off x="466521" y="3804987"/>
            <a:ext cx="13453" cy="14645331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569EABBB-021B-6C70-C552-099F33D330E4}"/>
              </a:ext>
            </a:extLst>
          </p:cNvPr>
          <p:cNvGrpSpPr/>
          <p:nvPr/>
        </p:nvGrpSpPr>
        <p:grpSpPr>
          <a:xfrm>
            <a:off x="907394" y="5559609"/>
            <a:ext cx="10991452" cy="12141409"/>
            <a:chOff x="935745" y="3644691"/>
            <a:chExt cx="10991452" cy="1709440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CE7575F-BC6E-3B19-A1A1-9555268AA19B}"/>
                </a:ext>
              </a:extLst>
            </p:cNvPr>
            <p:cNvSpPr/>
            <p:nvPr/>
          </p:nvSpPr>
          <p:spPr>
            <a:xfrm>
              <a:off x="935745" y="3644692"/>
              <a:ext cx="10991452" cy="1709440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2086DA9-D15B-DF24-F299-703692106BBC}"/>
                </a:ext>
              </a:extLst>
            </p:cNvPr>
            <p:cNvSpPr txBox="1"/>
            <p:nvPr/>
          </p:nvSpPr>
          <p:spPr>
            <a:xfrm>
              <a:off x="937680" y="3644691"/>
              <a:ext cx="479203" cy="4712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opt</a:t>
              </a:r>
              <a:endParaRPr lang="zh-TW" altLang="en-US" sz="1575" dirty="0"/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953BC7-DBFB-E9A6-72CA-AFBA69633BEC}"/>
              </a:ext>
            </a:extLst>
          </p:cNvPr>
          <p:cNvSpPr txBox="1"/>
          <p:nvPr/>
        </p:nvSpPr>
        <p:spPr>
          <a:xfrm>
            <a:off x="3890512" y="9372435"/>
            <a:ext cx="109703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creatCalls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CDAD427-3B1B-1E46-2EBD-80E9FA88CC79}"/>
              </a:ext>
            </a:extLst>
          </p:cNvPr>
          <p:cNvCxnSpPr>
            <a:cxnSpLocks/>
          </p:cNvCxnSpPr>
          <p:nvPr/>
        </p:nvCxnSpPr>
        <p:spPr>
          <a:xfrm flipV="1">
            <a:off x="1817340" y="9714291"/>
            <a:ext cx="4642076" cy="87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16B1EA5-F11B-01C7-D9C0-A69121B6F786}"/>
              </a:ext>
            </a:extLst>
          </p:cNvPr>
          <p:cNvSpPr txBox="1"/>
          <p:nvPr/>
        </p:nvSpPr>
        <p:spPr>
          <a:xfrm>
            <a:off x="896294" y="5943842"/>
            <a:ext cx="763351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25" dirty="0"/>
              <a:t>[select=1]</a:t>
            </a:r>
            <a:endParaRPr lang="zh-TW" altLang="en-US" sz="1125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5A8172A-C053-06B4-2AC9-FB6F359CC746}"/>
              </a:ext>
            </a:extLst>
          </p:cNvPr>
          <p:cNvSpPr txBox="1"/>
          <p:nvPr/>
        </p:nvSpPr>
        <p:spPr>
          <a:xfrm>
            <a:off x="6757984" y="9884734"/>
            <a:ext cx="124663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new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</a:t>
            </a:r>
            <a:endParaRPr lang="zh-TW" altLang="en-US" sz="1575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9FEB677-FD11-A2C6-4195-BA7027736A0B}"/>
              </a:ext>
            </a:extLst>
          </p:cNvPr>
          <p:cNvCxnSpPr>
            <a:cxnSpLocks/>
          </p:cNvCxnSpPr>
          <p:nvPr/>
        </p:nvCxnSpPr>
        <p:spPr>
          <a:xfrm>
            <a:off x="5352313" y="5285733"/>
            <a:ext cx="29079" cy="1316458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3025C86-1B42-5199-CBAE-BB67250DD01D}"/>
              </a:ext>
            </a:extLst>
          </p:cNvPr>
          <p:cNvSpPr txBox="1"/>
          <p:nvPr/>
        </p:nvSpPr>
        <p:spPr>
          <a:xfrm>
            <a:off x="6605653" y="10355763"/>
            <a:ext cx="121296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</a:t>
            </a:r>
            <a:r>
              <a:rPr lang="en-US" altLang="zh-TW" sz="1575" dirty="0" err="1"/>
              <a:t>Rec</a:t>
            </a:r>
            <a:endParaRPr lang="en-US" altLang="zh-TW" sz="1575" dirty="0"/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 err="1"/>
              <a:t>new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08DF212-5507-061C-160F-BFD257715C94}"/>
              </a:ext>
            </a:extLst>
          </p:cNvPr>
          <p:cNvSpPr txBox="1"/>
          <p:nvPr/>
        </p:nvSpPr>
        <p:spPr>
          <a:xfrm>
            <a:off x="6651700" y="11030001"/>
            <a:ext cx="117320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saveSuccess</a:t>
            </a:r>
            <a:endParaRPr lang="zh-TW" altLang="en-US" sz="1575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BC5687-ACDD-A9DD-94CF-A449C1D4EED7}"/>
              </a:ext>
            </a:extLst>
          </p:cNvPr>
          <p:cNvCxnSpPr>
            <a:cxnSpLocks/>
          </p:cNvCxnSpPr>
          <p:nvPr/>
        </p:nvCxnSpPr>
        <p:spPr>
          <a:xfrm flipH="1">
            <a:off x="1876938" y="11499022"/>
            <a:ext cx="4636698" cy="1243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3EA64D4-EAAF-4CF5-0BF8-8FCC19F6BF59}"/>
              </a:ext>
            </a:extLst>
          </p:cNvPr>
          <p:cNvCxnSpPr>
            <a:cxnSpLocks/>
          </p:cNvCxnSpPr>
          <p:nvPr/>
        </p:nvCxnSpPr>
        <p:spPr>
          <a:xfrm flipH="1">
            <a:off x="937130" y="8808957"/>
            <a:ext cx="10960220" cy="0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CC47057-D9DE-D336-88F1-897DB9D411DA}"/>
              </a:ext>
            </a:extLst>
          </p:cNvPr>
          <p:cNvSpPr txBox="1"/>
          <p:nvPr/>
        </p:nvSpPr>
        <p:spPr>
          <a:xfrm>
            <a:off x="938906" y="8939106"/>
            <a:ext cx="763351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25" dirty="0"/>
              <a:t>[select=2]</a:t>
            </a:r>
            <a:endParaRPr lang="zh-TW" altLang="en-US" sz="1125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A3AD3C-687E-68AF-E9A4-3FCAFB0A1A1A}"/>
              </a:ext>
            </a:extLst>
          </p:cNvPr>
          <p:cNvSpPr/>
          <p:nvPr/>
        </p:nvSpPr>
        <p:spPr>
          <a:xfrm>
            <a:off x="7809028" y="9644283"/>
            <a:ext cx="135321" cy="71195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FA8C7F-2EDA-46BE-AE4F-37BE5B32B2A3}"/>
              </a:ext>
            </a:extLst>
          </p:cNvPr>
          <p:cNvSpPr/>
          <p:nvPr/>
        </p:nvSpPr>
        <p:spPr>
          <a:xfrm>
            <a:off x="1683008" y="4408472"/>
            <a:ext cx="178773" cy="1371217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182CFB-0D8C-C97D-6922-A6F7FB4A9674}"/>
              </a:ext>
            </a:extLst>
          </p:cNvPr>
          <p:cNvSpPr/>
          <p:nvPr/>
        </p:nvSpPr>
        <p:spPr>
          <a:xfrm>
            <a:off x="1348020" y="3804987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Dr.wApp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688D75-78D7-5231-EDD7-6219237660E9}"/>
              </a:ext>
            </a:extLst>
          </p:cNvPr>
          <p:cNvSpPr/>
          <p:nvPr/>
        </p:nvSpPr>
        <p:spPr>
          <a:xfrm>
            <a:off x="2955683" y="4269163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RecordUI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014EF9-B365-F0D1-6AFC-973B455108D0}"/>
              </a:ext>
            </a:extLst>
          </p:cNvPr>
          <p:cNvSpPr/>
          <p:nvPr/>
        </p:nvSpPr>
        <p:spPr>
          <a:xfrm>
            <a:off x="4785021" y="4811846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:Record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147A57-C826-AFBE-4ABF-6A1BA7A06F00}"/>
              </a:ext>
            </a:extLst>
          </p:cNvPr>
          <p:cNvSpPr/>
          <p:nvPr/>
        </p:nvSpPr>
        <p:spPr>
          <a:xfrm>
            <a:off x="9019630" y="4827801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 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RecordDB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7DB8251-FACA-561B-1102-51A3D2234C4D}"/>
              </a:ext>
            </a:extLst>
          </p:cNvPr>
          <p:cNvSpPr txBox="1"/>
          <p:nvPr/>
        </p:nvSpPr>
        <p:spPr>
          <a:xfrm>
            <a:off x="6666576" y="9493332"/>
            <a:ext cx="114191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creatCalls</a:t>
            </a:r>
            <a:r>
              <a:rPr lang="en-US" altLang="zh-TW" sz="1575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5837AABF-270A-F7C1-3DC7-F4109D77F80D}"/>
              </a:ext>
            </a:extLst>
          </p:cNvPr>
          <p:cNvCxnSpPr>
            <a:cxnSpLocks/>
          </p:cNvCxnSpPr>
          <p:nvPr/>
        </p:nvCxnSpPr>
        <p:spPr>
          <a:xfrm flipH="1">
            <a:off x="6576175" y="10229875"/>
            <a:ext cx="1220153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20301D3-6BC6-5F03-2446-850DF0DD7B8A}"/>
              </a:ext>
            </a:extLst>
          </p:cNvPr>
          <p:cNvSpPr txBox="1"/>
          <p:nvPr/>
        </p:nvSpPr>
        <p:spPr>
          <a:xfrm>
            <a:off x="3793613" y="11157633"/>
            <a:ext cx="139352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creatComplete</a:t>
            </a:r>
            <a:endParaRPr lang="zh-TW" altLang="en-US" sz="1575" dirty="0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9C8C95A1-C575-36B9-1205-CFFD049F5BA8}"/>
              </a:ext>
            </a:extLst>
          </p:cNvPr>
          <p:cNvCxnSpPr>
            <a:cxnSpLocks/>
          </p:cNvCxnSpPr>
          <p:nvPr/>
        </p:nvCxnSpPr>
        <p:spPr>
          <a:xfrm>
            <a:off x="9579048" y="5285733"/>
            <a:ext cx="0" cy="1316458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8E9A842-5D30-88D4-4004-5C1046B4871C}"/>
              </a:ext>
            </a:extLst>
          </p:cNvPr>
          <p:cNvSpPr txBox="1"/>
          <p:nvPr/>
        </p:nvSpPr>
        <p:spPr>
          <a:xfrm>
            <a:off x="7785418" y="10612921"/>
            <a:ext cx="13856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</a:t>
            </a:r>
            <a:r>
              <a:rPr lang="en-US" altLang="zh-TW" sz="1575" dirty="0" err="1"/>
              <a:t>Rec</a:t>
            </a:r>
            <a:endParaRPr lang="en-US" altLang="zh-TW" sz="1575" dirty="0"/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4211A93B-4A4E-03A7-DFA9-5018D5074CF9}"/>
              </a:ext>
            </a:extLst>
          </p:cNvPr>
          <p:cNvCxnSpPr>
            <a:cxnSpLocks/>
          </p:cNvCxnSpPr>
          <p:nvPr/>
        </p:nvCxnSpPr>
        <p:spPr>
          <a:xfrm>
            <a:off x="3600999" y="5117172"/>
            <a:ext cx="115594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67690F2-96BE-3B9B-F023-D06019336B31}"/>
              </a:ext>
            </a:extLst>
          </p:cNvPr>
          <p:cNvSpPr txBox="1"/>
          <p:nvPr/>
        </p:nvSpPr>
        <p:spPr>
          <a:xfrm>
            <a:off x="701252" y="424656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run()</a:t>
            </a:r>
            <a:endParaRPr lang="zh-TW" altLang="en-US" dirty="0"/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49862255-C193-B7E0-5F3C-746E15D8D957}"/>
              </a:ext>
            </a:extLst>
          </p:cNvPr>
          <p:cNvCxnSpPr>
            <a:cxnSpLocks/>
          </p:cNvCxnSpPr>
          <p:nvPr/>
        </p:nvCxnSpPr>
        <p:spPr>
          <a:xfrm>
            <a:off x="479974" y="4597177"/>
            <a:ext cx="12127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600AFC5-B227-A1DC-F27D-9982A17BC51C}"/>
              </a:ext>
            </a:extLst>
          </p:cNvPr>
          <p:cNvSpPr txBox="1"/>
          <p:nvPr/>
        </p:nvSpPr>
        <p:spPr>
          <a:xfrm>
            <a:off x="498067" y="3851471"/>
            <a:ext cx="820738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/>
              <a:t>create()</a:t>
            </a:r>
            <a:endParaRPr lang="zh-TW" altLang="en-US" sz="1575" dirty="0"/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4CF5222D-0B49-191E-440D-82F2C3986CA1}"/>
              </a:ext>
            </a:extLst>
          </p:cNvPr>
          <p:cNvCxnSpPr/>
          <p:nvPr/>
        </p:nvCxnSpPr>
        <p:spPr>
          <a:xfrm>
            <a:off x="1808788" y="4615895"/>
            <a:ext cx="115427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7FF2774-B008-A331-B789-CB7CFC2CD68D}"/>
              </a:ext>
            </a:extLst>
          </p:cNvPr>
          <p:cNvSpPr txBox="1"/>
          <p:nvPr/>
        </p:nvSpPr>
        <p:spPr>
          <a:xfrm>
            <a:off x="2000661" y="4277121"/>
            <a:ext cx="820738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/>
              <a:t>create()</a:t>
            </a:r>
            <a:endParaRPr lang="zh-TW" altLang="en-US" sz="1575" dirty="0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73FF3BEE-172F-F6A8-430F-993FB3837171}"/>
              </a:ext>
            </a:extLst>
          </p:cNvPr>
          <p:cNvCxnSpPr>
            <a:cxnSpLocks/>
          </p:cNvCxnSpPr>
          <p:nvPr/>
        </p:nvCxnSpPr>
        <p:spPr>
          <a:xfrm>
            <a:off x="466521" y="4182309"/>
            <a:ext cx="893098" cy="0"/>
          </a:xfrm>
          <a:prstGeom prst="straightConnector1">
            <a:avLst/>
          </a:prstGeom>
          <a:ln w="38100">
            <a:prstDash val="dash"/>
            <a:headEnd w="lg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AD39263-ECA8-4F8D-B8F6-2EABB017B863}"/>
              </a:ext>
            </a:extLst>
          </p:cNvPr>
          <p:cNvSpPr txBox="1"/>
          <p:nvPr/>
        </p:nvSpPr>
        <p:spPr>
          <a:xfrm>
            <a:off x="3793826" y="4792984"/>
            <a:ext cx="820738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/>
              <a:t>create()</a:t>
            </a:r>
            <a:endParaRPr lang="zh-TW" altLang="en-US" sz="1575" dirty="0"/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C9786783-DC34-28B0-43E4-1CC10C2A434D}"/>
              </a:ext>
            </a:extLst>
          </p:cNvPr>
          <p:cNvCxnSpPr>
            <a:cxnSpLocks/>
          </p:cNvCxnSpPr>
          <p:nvPr/>
        </p:nvCxnSpPr>
        <p:spPr>
          <a:xfrm>
            <a:off x="7942896" y="11226459"/>
            <a:ext cx="947672" cy="77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84FDDDAF-A82A-E67A-6ACC-3A548195F308}"/>
              </a:ext>
            </a:extLst>
          </p:cNvPr>
          <p:cNvCxnSpPr>
            <a:cxnSpLocks/>
          </p:cNvCxnSpPr>
          <p:nvPr/>
        </p:nvCxnSpPr>
        <p:spPr>
          <a:xfrm>
            <a:off x="6587865" y="9832837"/>
            <a:ext cx="12084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7AD6BE7C-1E28-F2BE-FC42-56493C845A8D}"/>
              </a:ext>
            </a:extLst>
          </p:cNvPr>
          <p:cNvCxnSpPr>
            <a:cxnSpLocks/>
          </p:cNvCxnSpPr>
          <p:nvPr/>
        </p:nvCxnSpPr>
        <p:spPr>
          <a:xfrm flipH="1">
            <a:off x="937130" y="11777151"/>
            <a:ext cx="10960220" cy="0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6F4406A-15CC-6088-EE34-6AB6E097EE7B}"/>
              </a:ext>
            </a:extLst>
          </p:cNvPr>
          <p:cNvSpPr txBox="1"/>
          <p:nvPr/>
        </p:nvSpPr>
        <p:spPr>
          <a:xfrm>
            <a:off x="912532" y="11903294"/>
            <a:ext cx="763351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25" dirty="0"/>
              <a:t>[select=3]</a:t>
            </a:r>
            <a:endParaRPr lang="zh-TW" altLang="en-US" sz="1125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5828D84-5E44-1439-618D-921B9F0D19F4}"/>
              </a:ext>
            </a:extLst>
          </p:cNvPr>
          <p:cNvSpPr txBox="1"/>
          <p:nvPr/>
        </p:nvSpPr>
        <p:spPr>
          <a:xfrm>
            <a:off x="2007906" y="5697571"/>
            <a:ext cx="1291059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creatRecord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5B847BC3-D5E5-9D2E-B80B-A3E195074282}"/>
              </a:ext>
            </a:extLst>
          </p:cNvPr>
          <p:cNvCxnSpPr>
            <a:cxnSpLocks/>
          </p:cNvCxnSpPr>
          <p:nvPr/>
        </p:nvCxnSpPr>
        <p:spPr>
          <a:xfrm>
            <a:off x="3492427" y="6210560"/>
            <a:ext cx="18213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FDD675FB-4681-3835-A3F6-7C01DD1691B9}"/>
              </a:ext>
            </a:extLst>
          </p:cNvPr>
          <p:cNvSpPr txBox="1"/>
          <p:nvPr/>
        </p:nvSpPr>
        <p:spPr>
          <a:xfrm>
            <a:off x="3922265" y="6678180"/>
            <a:ext cx="124663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newRecord</a:t>
            </a:r>
            <a:endParaRPr lang="zh-TW" altLang="en-US" sz="1575" dirty="0"/>
          </a:p>
        </p:txBody>
      </p: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89BFD65F-04C6-000B-98E0-66A750BB0274}"/>
              </a:ext>
            </a:extLst>
          </p:cNvPr>
          <p:cNvCxnSpPr>
            <a:cxnSpLocks/>
          </p:cNvCxnSpPr>
          <p:nvPr/>
        </p:nvCxnSpPr>
        <p:spPr>
          <a:xfrm flipH="1">
            <a:off x="3585621" y="7088170"/>
            <a:ext cx="170208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196159B6-576E-A8C1-2D1B-CA18B06F5667}"/>
              </a:ext>
            </a:extLst>
          </p:cNvPr>
          <p:cNvSpPr txBox="1"/>
          <p:nvPr/>
        </p:nvSpPr>
        <p:spPr>
          <a:xfrm>
            <a:off x="3807313" y="5840864"/>
            <a:ext cx="1291059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creatRecord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17E2A95E-A8BF-BB83-E4A2-356B4AFCF25D}"/>
              </a:ext>
            </a:extLst>
          </p:cNvPr>
          <p:cNvCxnSpPr>
            <a:cxnSpLocks/>
          </p:cNvCxnSpPr>
          <p:nvPr/>
        </p:nvCxnSpPr>
        <p:spPr>
          <a:xfrm flipH="1">
            <a:off x="1863515" y="8355712"/>
            <a:ext cx="159730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A3B74EBA-28ED-710D-4631-E3CF4C7355A8}"/>
              </a:ext>
            </a:extLst>
          </p:cNvPr>
          <p:cNvSpPr txBox="1"/>
          <p:nvPr/>
        </p:nvSpPr>
        <p:spPr>
          <a:xfrm>
            <a:off x="2012379" y="7990380"/>
            <a:ext cx="139352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creatComplete</a:t>
            </a:r>
            <a:endParaRPr lang="zh-TW" altLang="en-US" sz="1575" dirty="0"/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B6C2BDF6-A7ED-16F0-46B4-3F455B8339B5}"/>
              </a:ext>
            </a:extLst>
          </p:cNvPr>
          <p:cNvCxnSpPr>
            <a:cxnSpLocks/>
          </p:cNvCxnSpPr>
          <p:nvPr/>
        </p:nvCxnSpPr>
        <p:spPr>
          <a:xfrm>
            <a:off x="1834188" y="6065228"/>
            <a:ext cx="16266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AB51C3F6-153F-5BB4-AEDB-BEFD0DF81E76}"/>
              </a:ext>
            </a:extLst>
          </p:cNvPr>
          <p:cNvCxnSpPr>
            <a:cxnSpLocks/>
          </p:cNvCxnSpPr>
          <p:nvPr/>
        </p:nvCxnSpPr>
        <p:spPr>
          <a:xfrm>
            <a:off x="3587285" y="7848051"/>
            <a:ext cx="17086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FC2728F6-062A-320C-43EF-236899449955}"/>
              </a:ext>
            </a:extLst>
          </p:cNvPr>
          <p:cNvCxnSpPr>
            <a:cxnSpLocks/>
          </p:cNvCxnSpPr>
          <p:nvPr/>
        </p:nvCxnSpPr>
        <p:spPr>
          <a:xfrm flipH="1">
            <a:off x="3569267" y="8274287"/>
            <a:ext cx="176879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9B3C6071-A3D5-9A75-3A4D-506E22D66564}"/>
              </a:ext>
            </a:extLst>
          </p:cNvPr>
          <p:cNvSpPr/>
          <p:nvPr/>
        </p:nvSpPr>
        <p:spPr>
          <a:xfrm>
            <a:off x="3482807" y="5935196"/>
            <a:ext cx="149820" cy="265179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1A9B7BD-4AB0-110A-520B-B98968D9076B}"/>
              </a:ext>
            </a:extLst>
          </p:cNvPr>
          <p:cNvSpPr/>
          <p:nvPr/>
        </p:nvSpPr>
        <p:spPr>
          <a:xfrm>
            <a:off x="7815090" y="10648316"/>
            <a:ext cx="127806" cy="85767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E985870-3BC1-0624-7873-79F900054F59}"/>
              </a:ext>
            </a:extLst>
          </p:cNvPr>
          <p:cNvSpPr/>
          <p:nvPr/>
        </p:nvSpPr>
        <p:spPr>
          <a:xfrm>
            <a:off x="7274007" y="4814671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:Calls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2A69D7-1D33-357B-C280-19F79DC10BAA}"/>
              </a:ext>
            </a:extLst>
          </p:cNvPr>
          <p:cNvSpPr/>
          <p:nvPr/>
        </p:nvSpPr>
        <p:spPr>
          <a:xfrm>
            <a:off x="10444727" y="4828696"/>
            <a:ext cx="1444325" cy="48275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:OpenAI</a:t>
            </a:r>
          </a:p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API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121B763-7CA2-7305-9260-A6624688A40A}"/>
              </a:ext>
            </a:extLst>
          </p:cNvPr>
          <p:cNvCxnSpPr>
            <a:cxnSpLocks/>
          </p:cNvCxnSpPr>
          <p:nvPr/>
        </p:nvCxnSpPr>
        <p:spPr>
          <a:xfrm>
            <a:off x="11172698" y="5361224"/>
            <a:ext cx="0" cy="1305458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2D330CE-EE40-47A1-6A87-81931F3CA5DA}"/>
              </a:ext>
            </a:extLst>
          </p:cNvPr>
          <p:cNvSpPr/>
          <p:nvPr/>
        </p:nvSpPr>
        <p:spPr>
          <a:xfrm>
            <a:off x="5958705" y="4269163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CallsUI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D1633DE-5CF2-11CB-2EA9-4B5C6C2F4E88}"/>
              </a:ext>
            </a:extLst>
          </p:cNvPr>
          <p:cNvSpPr txBox="1"/>
          <p:nvPr/>
        </p:nvSpPr>
        <p:spPr>
          <a:xfrm>
            <a:off x="3792559" y="7291533"/>
            <a:ext cx="14069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endParaRPr lang="en-US" altLang="zh-TW" sz="1575" dirty="0"/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 err="1"/>
              <a:t>new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039D070-C188-E8E7-6D14-5F10F4C22619}"/>
              </a:ext>
            </a:extLst>
          </p:cNvPr>
          <p:cNvSpPr/>
          <p:nvPr/>
        </p:nvSpPr>
        <p:spPr>
          <a:xfrm>
            <a:off x="5287703" y="7550863"/>
            <a:ext cx="155090" cy="82793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E6CC4C3-E918-A4D6-EB2C-6088CDCE5B75}"/>
              </a:ext>
            </a:extLst>
          </p:cNvPr>
          <p:cNvSpPr txBox="1"/>
          <p:nvPr/>
        </p:nvSpPr>
        <p:spPr>
          <a:xfrm>
            <a:off x="3900594" y="7914378"/>
            <a:ext cx="117320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saveSuccess</a:t>
            </a:r>
            <a:endParaRPr lang="zh-TW" altLang="en-US" sz="1575" dirty="0"/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0B37C20C-ED50-F1D8-1F83-A5EC12854D53}"/>
              </a:ext>
            </a:extLst>
          </p:cNvPr>
          <p:cNvCxnSpPr>
            <a:cxnSpLocks/>
          </p:cNvCxnSpPr>
          <p:nvPr/>
        </p:nvCxnSpPr>
        <p:spPr>
          <a:xfrm>
            <a:off x="5391631" y="8154653"/>
            <a:ext cx="41874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957E3CDA-14FE-1129-0B4A-C09C7271A4DD}"/>
              </a:ext>
            </a:extLst>
          </p:cNvPr>
          <p:cNvSpPr txBox="1"/>
          <p:nvPr/>
        </p:nvSpPr>
        <p:spPr>
          <a:xfrm>
            <a:off x="6499549" y="7807253"/>
            <a:ext cx="239101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(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A3AB8706-061B-EA4A-652D-50A11E309408}"/>
              </a:ext>
            </a:extLst>
          </p:cNvPr>
          <p:cNvCxnSpPr>
            <a:cxnSpLocks/>
          </p:cNvCxnSpPr>
          <p:nvPr/>
        </p:nvCxnSpPr>
        <p:spPr>
          <a:xfrm>
            <a:off x="6587865" y="9252688"/>
            <a:ext cx="125606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93B3228E-2002-2D81-1FD5-BB74E278E1AC}"/>
              </a:ext>
            </a:extLst>
          </p:cNvPr>
          <p:cNvSpPr txBox="1"/>
          <p:nvPr/>
        </p:nvSpPr>
        <p:spPr>
          <a:xfrm>
            <a:off x="6819647" y="8908188"/>
            <a:ext cx="820738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/>
              <a:t>create()</a:t>
            </a:r>
            <a:endParaRPr lang="zh-TW" altLang="en-US" sz="1575" dirty="0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4C12257-E08C-6A1C-5421-2EDAA1FE65E9}"/>
              </a:ext>
            </a:extLst>
          </p:cNvPr>
          <p:cNvSpPr/>
          <p:nvPr/>
        </p:nvSpPr>
        <p:spPr>
          <a:xfrm>
            <a:off x="6436936" y="8980059"/>
            <a:ext cx="163559" cy="40436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FAED3DE-C6C4-F864-05B2-6D388CF3B189}"/>
              </a:ext>
            </a:extLst>
          </p:cNvPr>
          <p:cNvSpPr/>
          <p:nvPr/>
        </p:nvSpPr>
        <p:spPr>
          <a:xfrm>
            <a:off x="6449345" y="9564839"/>
            <a:ext cx="144409" cy="204995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3A06F49-D493-6BAE-7E8B-5A7CF527CD59}"/>
              </a:ext>
            </a:extLst>
          </p:cNvPr>
          <p:cNvSpPr/>
          <p:nvPr/>
        </p:nvSpPr>
        <p:spPr>
          <a:xfrm>
            <a:off x="3460325" y="4901037"/>
            <a:ext cx="169941" cy="38168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E975D91B-1D33-1565-ED3D-DCFEDD3A4D0C}"/>
              </a:ext>
            </a:extLst>
          </p:cNvPr>
          <p:cNvCxnSpPr>
            <a:cxnSpLocks/>
          </p:cNvCxnSpPr>
          <p:nvPr/>
        </p:nvCxnSpPr>
        <p:spPr>
          <a:xfrm>
            <a:off x="1795688" y="9150115"/>
            <a:ext cx="4665361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79D9AF75-E996-5F0F-07F8-2342BDE58150}"/>
              </a:ext>
            </a:extLst>
          </p:cNvPr>
          <p:cNvSpPr txBox="1"/>
          <p:nvPr/>
        </p:nvSpPr>
        <p:spPr>
          <a:xfrm>
            <a:off x="4008904" y="8813172"/>
            <a:ext cx="820738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/>
              <a:t>create()</a:t>
            </a:r>
            <a:endParaRPr lang="zh-TW" altLang="en-US" sz="1575" dirty="0"/>
          </a:p>
        </p:txBody>
      </p:sp>
      <p:cxnSp>
        <p:nvCxnSpPr>
          <p:cNvPr id="147" name="直線單箭頭接點 146">
            <a:extLst>
              <a:ext uri="{FF2B5EF4-FFF2-40B4-BE49-F238E27FC236}">
                <a16:creationId xmlns:a16="http://schemas.microsoft.com/office/drawing/2014/main" id="{9B7068B4-18A6-9D77-1A5D-3A5B06B127D5}"/>
              </a:ext>
            </a:extLst>
          </p:cNvPr>
          <p:cNvCxnSpPr>
            <a:cxnSpLocks/>
          </p:cNvCxnSpPr>
          <p:nvPr/>
        </p:nvCxnSpPr>
        <p:spPr>
          <a:xfrm flipH="1">
            <a:off x="6561139" y="11410481"/>
            <a:ext cx="1198634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31779B16-4EBC-F00D-D5E3-6B98B09C6D94}"/>
              </a:ext>
            </a:extLst>
          </p:cNvPr>
          <p:cNvSpPr txBox="1"/>
          <p:nvPr/>
        </p:nvSpPr>
        <p:spPr>
          <a:xfrm>
            <a:off x="2025548" y="11948473"/>
            <a:ext cx="130683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inputRecord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152" name="直線單箭頭接點 151">
            <a:extLst>
              <a:ext uri="{FF2B5EF4-FFF2-40B4-BE49-F238E27FC236}">
                <a16:creationId xmlns:a16="http://schemas.microsoft.com/office/drawing/2014/main" id="{714250D6-A1E1-899B-A344-1F10DD380583}"/>
              </a:ext>
            </a:extLst>
          </p:cNvPr>
          <p:cNvCxnSpPr>
            <a:cxnSpLocks/>
          </p:cNvCxnSpPr>
          <p:nvPr/>
        </p:nvCxnSpPr>
        <p:spPr>
          <a:xfrm>
            <a:off x="3510069" y="12499962"/>
            <a:ext cx="18213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8739F69-6FCB-0ABF-4D87-6E3B84D6A012}"/>
              </a:ext>
            </a:extLst>
          </p:cNvPr>
          <p:cNvSpPr txBox="1"/>
          <p:nvPr/>
        </p:nvSpPr>
        <p:spPr>
          <a:xfrm>
            <a:off x="4131420" y="12570075"/>
            <a:ext cx="124663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/>
              <a:t>record</a:t>
            </a:r>
            <a:endParaRPr lang="zh-TW" altLang="en-US" sz="1575" dirty="0"/>
          </a:p>
        </p:txBody>
      </p:sp>
      <p:cxnSp>
        <p:nvCxnSpPr>
          <p:cNvPr id="154" name="直線單箭頭接點 153">
            <a:extLst>
              <a:ext uri="{FF2B5EF4-FFF2-40B4-BE49-F238E27FC236}">
                <a16:creationId xmlns:a16="http://schemas.microsoft.com/office/drawing/2014/main" id="{374303D8-C6AD-8D48-F854-015DC5EAC95B}"/>
              </a:ext>
            </a:extLst>
          </p:cNvPr>
          <p:cNvCxnSpPr>
            <a:cxnSpLocks/>
          </p:cNvCxnSpPr>
          <p:nvPr/>
        </p:nvCxnSpPr>
        <p:spPr>
          <a:xfrm flipH="1">
            <a:off x="3596353" y="12913422"/>
            <a:ext cx="170208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矩形 154">
            <a:extLst>
              <a:ext uri="{FF2B5EF4-FFF2-40B4-BE49-F238E27FC236}">
                <a16:creationId xmlns:a16="http://schemas.microsoft.com/office/drawing/2014/main" id="{A90093A8-2CB3-3747-674C-C8613AA262C1}"/>
              </a:ext>
            </a:extLst>
          </p:cNvPr>
          <p:cNvSpPr/>
          <p:nvPr/>
        </p:nvSpPr>
        <p:spPr>
          <a:xfrm>
            <a:off x="5305345" y="12258780"/>
            <a:ext cx="137448" cy="82793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EC58F8FE-C5A2-1F2C-7184-26C9DF4F6688}"/>
              </a:ext>
            </a:extLst>
          </p:cNvPr>
          <p:cNvSpPr txBox="1"/>
          <p:nvPr/>
        </p:nvSpPr>
        <p:spPr>
          <a:xfrm>
            <a:off x="3834062" y="12102261"/>
            <a:ext cx="1306833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>
                <a:solidFill>
                  <a:sysClr val="windowText" lastClr="000000"/>
                </a:solidFill>
              </a:rPr>
              <a:t>inputRecord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27236150-E442-3592-6E9F-DF0CA46FC19E}"/>
              </a:ext>
            </a:extLst>
          </p:cNvPr>
          <p:cNvCxnSpPr>
            <a:cxnSpLocks/>
          </p:cNvCxnSpPr>
          <p:nvPr/>
        </p:nvCxnSpPr>
        <p:spPr>
          <a:xfrm flipH="1">
            <a:off x="1881157" y="14130164"/>
            <a:ext cx="159730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B7B5C5CE-6875-10CD-E338-722A72401E3D}"/>
              </a:ext>
            </a:extLst>
          </p:cNvPr>
          <p:cNvSpPr txBox="1"/>
          <p:nvPr/>
        </p:nvSpPr>
        <p:spPr>
          <a:xfrm>
            <a:off x="2030021" y="13774457"/>
            <a:ext cx="1409297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inputComplete</a:t>
            </a:r>
            <a:endParaRPr lang="zh-TW" altLang="en-US" sz="1575" dirty="0"/>
          </a:p>
        </p:txBody>
      </p:sp>
      <p:cxnSp>
        <p:nvCxnSpPr>
          <p:cNvPr id="159" name="直線單箭頭接點 158">
            <a:extLst>
              <a:ext uri="{FF2B5EF4-FFF2-40B4-BE49-F238E27FC236}">
                <a16:creationId xmlns:a16="http://schemas.microsoft.com/office/drawing/2014/main" id="{B0B74CF6-D668-588C-85B6-D77CE02356E4}"/>
              </a:ext>
            </a:extLst>
          </p:cNvPr>
          <p:cNvCxnSpPr>
            <a:cxnSpLocks/>
          </p:cNvCxnSpPr>
          <p:nvPr/>
        </p:nvCxnSpPr>
        <p:spPr>
          <a:xfrm>
            <a:off x="1851830" y="12296880"/>
            <a:ext cx="16266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線單箭頭接點 159">
            <a:extLst>
              <a:ext uri="{FF2B5EF4-FFF2-40B4-BE49-F238E27FC236}">
                <a16:creationId xmlns:a16="http://schemas.microsoft.com/office/drawing/2014/main" id="{A1C54AD8-2EE5-5C42-4F95-9F88661519D2}"/>
              </a:ext>
            </a:extLst>
          </p:cNvPr>
          <p:cNvCxnSpPr>
            <a:cxnSpLocks/>
          </p:cNvCxnSpPr>
          <p:nvPr/>
        </p:nvCxnSpPr>
        <p:spPr>
          <a:xfrm>
            <a:off x="3604927" y="13622503"/>
            <a:ext cx="17086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DF8BB16A-C3AA-FD5F-8111-1709E5CBD188}"/>
              </a:ext>
            </a:extLst>
          </p:cNvPr>
          <p:cNvCxnSpPr>
            <a:cxnSpLocks/>
          </p:cNvCxnSpPr>
          <p:nvPr/>
        </p:nvCxnSpPr>
        <p:spPr>
          <a:xfrm flipH="1">
            <a:off x="3586909" y="14048739"/>
            <a:ext cx="176879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503967A0-4F56-0DEB-1510-E1D8742F46E1}"/>
              </a:ext>
            </a:extLst>
          </p:cNvPr>
          <p:cNvSpPr/>
          <p:nvPr/>
        </p:nvSpPr>
        <p:spPr>
          <a:xfrm>
            <a:off x="3487749" y="12147598"/>
            <a:ext cx="146599" cy="216363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4F1E4930-7F63-C20A-3AA9-29AF9705E3BD}"/>
              </a:ext>
            </a:extLst>
          </p:cNvPr>
          <p:cNvSpPr txBox="1"/>
          <p:nvPr/>
        </p:nvSpPr>
        <p:spPr>
          <a:xfrm>
            <a:off x="3810201" y="13065985"/>
            <a:ext cx="14069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endParaRPr lang="en-US" altLang="zh-TW" sz="1575" dirty="0"/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3FE6AA-EC6F-EEB0-C5BA-B9338F3C5759}"/>
              </a:ext>
            </a:extLst>
          </p:cNvPr>
          <p:cNvSpPr/>
          <p:nvPr/>
        </p:nvSpPr>
        <p:spPr>
          <a:xfrm>
            <a:off x="5305345" y="13354190"/>
            <a:ext cx="137448" cy="82793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8E19A875-7ACE-BEAF-D207-051A9A934656}"/>
              </a:ext>
            </a:extLst>
          </p:cNvPr>
          <p:cNvSpPr txBox="1"/>
          <p:nvPr/>
        </p:nvSpPr>
        <p:spPr>
          <a:xfrm>
            <a:off x="3917670" y="13698946"/>
            <a:ext cx="117320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saveSuccess</a:t>
            </a:r>
            <a:endParaRPr lang="zh-TW" altLang="en-US" sz="1575" dirty="0"/>
          </a:p>
        </p:txBody>
      </p: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34B8A6E5-92F6-BD08-66C0-CDC0D9ADB391}"/>
              </a:ext>
            </a:extLst>
          </p:cNvPr>
          <p:cNvCxnSpPr>
            <a:cxnSpLocks/>
          </p:cNvCxnSpPr>
          <p:nvPr/>
        </p:nvCxnSpPr>
        <p:spPr>
          <a:xfrm>
            <a:off x="5409273" y="13929105"/>
            <a:ext cx="41874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C67916A0-B004-C3AA-304D-C803CFD6AF08}"/>
              </a:ext>
            </a:extLst>
          </p:cNvPr>
          <p:cNvSpPr txBox="1"/>
          <p:nvPr/>
        </p:nvSpPr>
        <p:spPr>
          <a:xfrm>
            <a:off x="6517191" y="13581705"/>
            <a:ext cx="239101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(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01E1EFAD-2558-B64A-4221-8816D2000CED}"/>
              </a:ext>
            </a:extLst>
          </p:cNvPr>
          <p:cNvCxnSpPr>
            <a:cxnSpLocks/>
          </p:cNvCxnSpPr>
          <p:nvPr/>
        </p:nvCxnSpPr>
        <p:spPr>
          <a:xfrm flipH="1">
            <a:off x="937130" y="14432120"/>
            <a:ext cx="10960220" cy="0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C86A743B-00D2-26E2-EE9F-432D7E6BB849}"/>
              </a:ext>
            </a:extLst>
          </p:cNvPr>
          <p:cNvSpPr txBox="1"/>
          <p:nvPr/>
        </p:nvSpPr>
        <p:spPr>
          <a:xfrm>
            <a:off x="912531" y="14545930"/>
            <a:ext cx="763351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25" dirty="0"/>
              <a:t>[select=4]</a:t>
            </a:r>
            <a:endParaRPr lang="zh-TW" altLang="en-US" sz="1125" dirty="0"/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6AF028B6-986B-DCF8-D755-83F07C56B4F7}"/>
              </a:ext>
            </a:extLst>
          </p:cNvPr>
          <p:cNvSpPr txBox="1"/>
          <p:nvPr/>
        </p:nvSpPr>
        <p:spPr>
          <a:xfrm>
            <a:off x="2023939" y="14603454"/>
            <a:ext cx="1453475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>
                <a:solidFill>
                  <a:sysClr val="windowText" lastClr="000000"/>
                </a:solidFill>
              </a:rPr>
              <a:t>updateRecord</a:t>
            </a:r>
            <a:r>
              <a:rPr lang="en-US" altLang="zh-TW" sz="1575" dirty="0"/>
              <a:t>()</a:t>
            </a:r>
            <a:endParaRPr lang="zh-TW" altLang="en-US" sz="1575" dirty="0"/>
          </a:p>
        </p:txBody>
      </p:sp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97FFEA77-BF23-C474-3A69-CA1D1CF87C52}"/>
              </a:ext>
            </a:extLst>
          </p:cNvPr>
          <p:cNvCxnSpPr>
            <a:cxnSpLocks/>
          </p:cNvCxnSpPr>
          <p:nvPr/>
        </p:nvCxnSpPr>
        <p:spPr>
          <a:xfrm>
            <a:off x="3569267" y="15154943"/>
            <a:ext cx="17605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9A498BE5-9BA3-5E79-A45D-17BD094EB469}"/>
              </a:ext>
            </a:extLst>
          </p:cNvPr>
          <p:cNvSpPr txBox="1"/>
          <p:nvPr/>
        </p:nvSpPr>
        <p:spPr>
          <a:xfrm>
            <a:off x="3918293" y="15538264"/>
            <a:ext cx="124663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newRecord</a:t>
            </a:r>
            <a:endParaRPr lang="zh-TW" altLang="en-US" sz="1575" dirty="0"/>
          </a:p>
        </p:txBody>
      </p:sp>
      <p:cxnSp>
        <p:nvCxnSpPr>
          <p:cNvPr id="173" name="直線單箭頭接點 172">
            <a:extLst>
              <a:ext uri="{FF2B5EF4-FFF2-40B4-BE49-F238E27FC236}">
                <a16:creationId xmlns:a16="http://schemas.microsoft.com/office/drawing/2014/main" id="{9B8FF90A-5C0B-FCC7-C004-E5CA532D2DB9}"/>
              </a:ext>
            </a:extLst>
          </p:cNvPr>
          <p:cNvCxnSpPr>
            <a:cxnSpLocks/>
          </p:cNvCxnSpPr>
          <p:nvPr/>
        </p:nvCxnSpPr>
        <p:spPr>
          <a:xfrm flipH="1">
            <a:off x="3622747" y="15924538"/>
            <a:ext cx="170208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99B656BA-7E44-A2D3-E7BD-FCC7085E9665}"/>
              </a:ext>
            </a:extLst>
          </p:cNvPr>
          <p:cNvSpPr/>
          <p:nvPr/>
        </p:nvSpPr>
        <p:spPr>
          <a:xfrm>
            <a:off x="5303736" y="14971512"/>
            <a:ext cx="137448" cy="116561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90FE1F7D-E917-5659-F72D-E3B65B57725C}"/>
              </a:ext>
            </a:extLst>
          </p:cNvPr>
          <p:cNvSpPr txBox="1"/>
          <p:nvPr/>
        </p:nvSpPr>
        <p:spPr>
          <a:xfrm>
            <a:off x="3790412" y="14558275"/>
            <a:ext cx="133164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>
                <a:solidFill>
                  <a:sysClr val="windowText" lastClr="000000"/>
                </a:solidFill>
              </a:rPr>
              <a:t>updateRecord</a:t>
            </a:r>
            <a:endParaRPr lang="en-US" altLang="zh-TW" sz="1575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 err="1"/>
              <a:t>oktime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cxnSp>
        <p:nvCxnSpPr>
          <p:cNvPr id="176" name="直線單箭頭接點 175">
            <a:extLst>
              <a:ext uri="{FF2B5EF4-FFF2-40B4-BE49-F238E27FC236}">
                <a16:creationId xmlns:a16="http://schemas.microsoft.com/office/drawing/2014/main" id="{B27DB4F9-7054-76E6-E4B6-9183A0A2593F}"/>
              </a:ext>
            </a:extLst>
          </p:cNvPr>
          <p:cNvCxnSpPr>
            <a:cxnSpLocks/>
          </p:cNvCxnSpPr>
          <p:nvPr/>
        </p:nvCxnSpPr>
        <p:spPr>
          <a:xfrm flipH="1">
            <a:off x="1889376" y="17266408"/>
            <a:ext cx="159730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1B76C2EC-772F-0EC1-3753-4241BEC03BB6}"/>
              </a:ext>
            </a:extLst>
          </p:cNvPr>
          <p:cNvSpPr txBox="1"/>
          <p:nvPr/>
        </p:nvSpPr>
        <p:spPr>
          <a:xfrm>
            <a:off x="1983892" y="16868173"/>
            <a:ext cx="1555939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updateComplete</a:t>
            </a:r>
            <a:endParaRPr lang="zh-TW" altLang="en-US" sz="1575" dirty="0"/>
          </a:p>
        </p:txBody>
      </p:sp>
      <p:cxnSp>
        <p:nvCxnSpPr>
          <p:cNvPr id="178" name="直線單箭頭接點 177">
            <a:extLst>
              <a:ext uri="{FF2B5EF4-FFF2-40B4-BE49-F238E27FC236}">
                <a16:creationId xmlns:a16="http://schemas.microsoft.com/office/drawing/2014/main" id="{E67BF401-4969-9A6C-7720-28688A94E349}"/>
              </a:ext>
            </a:extLst>
          </p:cNvPr>
          <p:cNvCxnSpPr>
            <a:cxnSpLocks/>
          </p:cNvCxnSpPr>
          <p:nvPr/>
        </p:nvCxnSpPr>
        <p:spPr>
          <a:xfrm>
            <a:off x="1850221" y="14951861"/>
            <a:ext cx="16266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B65C825D-1794-4697-4057-83E5AF80E5ED}"/>
              </a:ext>
            </a:extLst>
          </p:cNvPr>
          <p:cNvCxnSpPr>
            <a:cxnSpLocks/>
          </p:cNvCxnSpPr>
          <p:nvPr/>
        </p:nvCxnSpPr>
        <p:spPr>
          <a:xfrm>
            <a:off x="3630266" y="16710621"/>
            <a:ext cx="17086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線單箭頭接點 179">
            <a:extLst>
              <a:ext uri="{FF2B5EF4-FFF2-40B4-BE49-F238E27FC236}">
                <a16:creationId xmlns:a16="http://schemas.microsoft.com/office/drawing/2014/main" id="{607351C0-FA55-555E-BD8D-D34A93F465BE}"/>
              </a:ext>
            </a:extLst>
          </p:cNvPr>
          <p:cNvCxnSpPr>
            <a:cxnSpLocks/>
          </p:cNvCxnSpPr>
          <p:nvPr/>
        </p:nvCxnSpPr>
        <p:spPr>
          <a:xfrm flipH="1">
            <a:off x="3518721" y="17156109"/>
            <a:ext cx="176879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571424DF-C170-D434-3961-C381E4763ABA}"/>
              </a:ext>
            </a:extLst>
          </p:cNvPr>
          <p:cNvSpPr/>
          <p:nvPr/>
        </p:nvSpPr>
        <p:spPr>
          <a:xfrm>
            <a:off x="3515015" y="14802579"/>
            <a:ext cx="144126" cy="263395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E0DF978B-2332-9A04-954E-77AAA89EA6B2}"/>
              </a:ext>
            </a:extLst>
          </p:cNvPr>
          <p:cNvSpPr txBox="1"/>
          <p:nvPr/>
        </p:nvSpPr>
        <p:spPr>
          <a:xfrm>
            <a:off x="3790434" y="16129435"/>
            <a:ext cx="14069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endParaRPr lang="en-US" altLang="zh-TW" sz="1575" dirty="0"/>
          </a:p>
          <a:p>
            <a:pPr algn="ctr"/>
            <a:r>
              <a:rPr lang="en-US" altLang="zh-TW" sz="1575" dirty="0"/>
              <a:t>(</a:t>
            </a:r>
            <a:r>
              <a:rPr lang="en-US" altLang="zh-TW" sz="1575" dirty="0" err="1"/>
              <a:t>new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F434C49A-F15B-EB1D-C699-BB6A77B7D28C}"/>
              </a:ext>
            </a:extLst>
          </p:cNvPr>
          <p:cNvSpPr/>
          <p:nvPr/>
        </p:nvSpPr>
        <p:spPr>
          <a:xfrm>
            <a:off x="5304188" y="16498633"/>
            <a:ext cx="137448" cy="91017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E00B268A-B5E9-AF71-AB10-E014325D3E73}"/>
              </a:ext>
            </a:extLst>
          </p:cNvPr>
          <p:cNvSpPr txBox="1"/>
          <p:nvPr/>
        </p:nvSpPr>
        <p:spPr>
          <a:xfrm>
            <a:off x="3912949" y="16787065"/>
            <a:ext cx="1173206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saveSuccess</a:t>
            </a:r>
            <a:endParaRPr lang="zh-TW" altLang="en-US" sz="1575" dirty="0"/>
          </a:p>
        </p:txBody>
      </p:sp>
      <p:cxnSp>
        <p:nvCxnSpPr>
          <p:cNvPr id="185" name="直線單箭頭接點 184">
            <a:extLst>
              <a:ext uri="{FF2B5EF4-FFF2-40B4-BE49-F238E27FC236}">
                <a16:creationId xmlns:a16="http://schemas.microsoft.com/office/drawing/2014/main" id="{C250D2BB-197E-258C-E873-B8F3D966824F}"/>
              </a:ext>
            </a:extLst>
          </p:cNvPr>
          <p:cNvCxnSpPr>
            <a:cxnSpLocks/>
          </p:cNvCxnSpPr>
          <p:nvPr/>
        </p:nvCxnSpPr>
        <p:spPr>
          <a:xfrm>
            <a:off x="5391630" y="16969099"/>
            <a:ext cx="41874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EADAC917-AD76-F8E9-13C2-05073E71852E}"/>
              </a:ext>
            </a:extLst>
          </p:cNvPr>
          <p:cNvSpPr txBox="1"/>
          <p:nvPr/>
        </p:nvSpPr>
        <p:spPr>
          <a:xfrm>
            <a:off x="6526960" y="16595869"/>
            <a:ext cx="239101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75" dirty="0" err="1"/>
              <a:t>save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(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Record</a:t>
            </a:r>
            <a:r>
              <a:rPr lang="en-US" altLang="zh-TW" sz="1575" dirty="0" err="1"/>
              <a:t>Rec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cxnSp>
        <p:nvCxnSpPr>
          <p:cNvPr id="187" name="直線單箭頭接點 186">
            <a:extLst>
              <a:ext uri="{FF2B5EF4-FFF2-40B4-BE49-F238E27FC236}">
                <a16:creationId xmlns:a16="http://schemas.microsoft.com/office/drawing/2014/main" id="{03A50E4B-8246-D7CD-4F04-7823B7F055BD}"/>
              </a:ext>
            </a:extLst>
          </p:cNvPr>
          <p:cNvCxnSpPr>
            <a:cxnSpLocks/>
          </p:cNvCxnSpPr>
          <p:nvPr/>
        </p:nvCxnSpPr>
        <p:spPr>
          <a:xfrm>
            <a:off x="5386651" y="15352041"/>
            <a:ext cx="57948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直線單箭頭接點 188">
            <a:extLst>
              <a:ext uri="{FF2B5EF4-FFF2-40B4-BE49-F238E27FC236}">
                <a16:creationId xmlns:a16="http://schemas.microsoft.com/office/drawing/2014/main" id="{0518BC14-019D-E41F-0A03-DE422FA33937}"/>
              </a:ext>
            </a:extLst>
          </p:cNvPr>
          <p:cNvCxnSpPr>
            <a:cxnSpLocks/>
          </p:cNvCxnSpPr>
          <p:nvPr/>
        </p:nvCxnSpPr>
        <p:spPr>
          <a:xfrm flipH="1">
            <a:off x="5437577" y="15803843"/>
            <a:ext cx="5650726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ECF745F1-6701-4A76-B4DE-1BF3C565FD62}"/>
              </a:ext>
            </a:extLst>
          </p:cNvPr>
          <p:cNvSpPr txBox="1"/>
          <p:nvPr/>
        </p:nvSpPr>
        <p:spPr>
          <a:xfrm>
            <a:off x="7704029" y="14993372"/>
            <a:ext cx="2082814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getNewRecord</a:t>
            </a:r>
            <a:r>
              <a:rPr lang="en-US" altLang="zh-TW" sz="1575" dirty="0"/>
              <a:t>(</a:t>
            </a:r>
            <a:r>
              <a:rPr lang="en-US" altLang="zh-TW" sz="1575" dirty="0" err="1"/>
              <a:t>oktime</a:t>
            </a:r>
            <a:r>
              <a:rPr lang="en-US" altLang="zh-TW" sz="1575" dirty="0"/>
              <a:t>)</a:t>
            </a:r>
            <a:endParaRPr lang="zh-TW" altLang="en-US" sz="1575" dirty="0"/>
          </a:p>
        </p:txBody>
      </p: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5026F212-2A56-CB97-54E7-5338E572826B}"/>
              </a:ext>
            </a:extLst>
          </p:cNvPr>
          <p:cNvSpPr txBox="1"/>
          <p:nvPr/>
        </p:nvSpPr>
        <p:spPr>
          <a:xfrm>
            <a:off x="7944524" y="15424817"/>
            <a:ext cx="110389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newRecord</a:t>
            </a:r>
            <a:endParaRPr lang="zh-TW" altLang="en-US" sz="1575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710014-54E9-492C-D486-F5D4F97828AC}"/>
              </a:ext>
            </a:extLst>
          </p:cNvPr>
          <p:cNvSpPr/>
          <p:nvPr/>
        </p:nvSpPr>
        <p:spPr>
          <a:xfrm>
            <a:off x="9662681" y="4213173"/>
            <a:ext cx="1444325" cy="48275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:Google</a:t>
            </a:r>
          </a:p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API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28DBC1E4-ED2D-EFD1-7E87-4869A84CFE5A}"/>
              </a:ext>
            </a:extLst>
          </p:cNvPr>
          <p:cNvCxnSpPr>
            <a:cxnSpLocks/>
          </p:cNvCxnSpPr>
          <p:nvPr/>
        </p:nvCxnSpPr>
        <p:spPr>
          <a:xfrm>
            <a:off x="10332993" y="4707046"/>
            <a:ext cx="36236" cy="1370875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5A2408A-1AEA-3A97-2D32-F083B3D501B2}"/>
              </a:ext>
            </a:extLst>
          </p:cNvPr>
          <p:cNvCxnSpPr>
            <a:cxnSpLocks/>
          </p:cNvCxnSpPr>
          <p:nvPr/>
        </p:nvCxnSpPr>
        <p:spPr>
          <a:xfrm>
            <a:off x="5425151" y="6497655"/>
            <a:ext cx="4896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5B90E3BC-3191-573A-CDCF-32E75B966ABB}"/>
              </a:ext>
            </a:extLst>
          </p:cNvPr>
          <p:cNvSpPr/>
          <p:nvPr/>
        </p:nvSpPr>
        <p:spPr>
          <a:xfrm>
            <a:off x="5298588" y="6025592"/>
            <a:ext cx="150570" cy="132119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19FF723-3C1A-1EB1-96AE-98FDEF376D0A}"/>
              </a:ext>
            </a:extLst>
          </p:cNvPr>
          <p:cNvCxnSpPr>
            <a:cxnSpLocks/>
          </p:cNvCxnSpPr>
          <p:nvPr/>
        </p:nvCxnSpPr>
        <p:spPr>
          <a:xfrm flipH="1">
            <a:off x="5430093" y="6950396"/>
            <a:ext cx="4828556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2AACBB7-2E3B-37B4-97C6-54D658E33090}"/>
              </a:ext>
            </a:extLst>
          </p:cNvPr>
          <p:cNvSpPr txBox="1"/>
          <p:nvPr/>
        </p:nvSpPr>
        <p:spPr>
          <a:xfrm>
            <a:off x="7216806" y="6129104"/>
            <a:ext cx="2159887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getNewRecord</a:t>
            </a:r>
            <a:r>
              <a:rPr lang="en-US" altLang="zh-TW" sz="1575" dirty="0"/>
              <a:t>(hospital)</a:t>
            </a:r>
            <a:endParaRPr lang="zh-TW" altLang="en-US" sz="1575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A047AF2-B8D3-85C6-89D6-F121D7F55692}"/>
              </a:ext>
            </a:extLst>
          </p:cNvPr>
          <p:cNvSpPr txBox="1"/>
          <p:nvPr/>
        </p:nvSpPr>
        <p:spPr>
          <a:xfrm>
            <a:off x="7609478" y="6561387"/>
            <a:ext cx="110389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75" dirty="0" err="1"/>
              <a:t>newRecord</a:t>
            </a:r>
            <a:endParaRPr lang="zh-TW" altLang="en-US" sz="1575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82DBD0-A37A-AE90-4416-03A3AA6FA072}"/>
              </a:ext>
            </a:extLst>
          </p:cNvPr>
          <p:cNvSpPr/>
          <p:nvPr/>
        </p:nvSpPr>
        <p:spPr>
          <a:xfrm>
            <a:off x="8320648" y="4233236"/>
            <a:ext cx="1139840" cy="4589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75" dirty="0">
                <a:solidFill>
                  <a:sysClr val="windowText" lastClr="000000"/>
                </a:solidFill>
              </a:rPr>
              <a:t>: </a:t>
            </a:r>
            <a:r>
              <a:rPr lang="en-US" altLang="zh-TW" sz="1575" dirty="0" err="1">
                <a:solidFill>
                  <a:sysClr val="windowText" lastClr="000000"/>
                </a:solidFill>
              </a:rPr>
              <a:t>CallsDB</a:t>
            </a:r>
            <a:endParaRPr lang="zh-TW" altLang="en-US" sz="1575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3730FB4D-192B-24E5-65DB-0B6DC4CB54CE}"/>
              </a:ext>
            </a:extLst>
          </p:cNvPr>
          <p:cNvCxnSpPr>
            <a:cxnSpLocks/>
          </p:cNvCxnSpPr>
          <p:nvPr/>
        </p:nvCxnSpPr>
        <p:spPr>
          <a:xfrm>
            <a:off x="8880066" y="4691168"/>
            <a:ext cx="0" cy="1372463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46FC68F6-B61C-2228-ACB8-B8B403A5AD88}"/>
              </a:ext>
            </a:extLst>
          </p:cNvPr>
          <p:cNvCxnSpPr>
            <a:cxnSpLocks/>
          </p:cNvCxnSpPr>
          <p:nvPr/>
        </p:nvCxnSpPr>
        <p:spPr>
          <a:xfrm>
            <a:off x="6600495" y="10932844"/>
            <a:ext cx="12084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4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AC85B-C5C2-0E41-C013-C55A180F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53C40DC3-8F4E-082E-D2E6-C1FEF85618AF}"/>
              </a:ext>
            </a:extLst>
          </p:cNvPr>
          <p:cNvSpPr txBox="1"/>
          <p:nvPr/>
        </p:nvSpPr>
        <p:spPr>
          <a:xfrm>
            <a:off x="3880529" y="279400"/>
            <a:ext cx="495840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上傳照片 </a:t>
            </a:r>
            <a:r>
              <a:rPr lang="en-US" altLang="zh-TW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2.0</a:t>
            </a:r>
          </a:p>
        </p:txBody>
      </p:sp>
      <p:grpSp>
        <p:nvGrpSpPr>
          <p:cNvPr id="204" name="群組 203">
            <a:extLst>
              <a:ext uri="{FF2B5EF4-FFF2-40B4-BE49-F238E27FC236}">
                <a16:creationId xmlns:a16="http://schemas.microsoft.com/office/drawing/2014/main" id="{C7C35CD0-7F55-99F0-957E-103D750FC648}"/>
              </a:ext>
            </a:extLst>
          </p:cNvPr>
          <p:cNvGrpSpPr/>
          <p:nvPr/>
        </p:nvGrpSpPr>
        <p:grpSpPr>
          <a:xfrm>
            <a:off x="340217" y="838049"/>
            <a:ext cx="11605692" cy="20684039"/>
            <a:chOff x="340217" y="838049"/>
            <a:chExt cx="11605692" cy="20684039"/>
          </a:xfrm>
        </p:grpSpPr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8D73FD68-B94D-A075-052D-3352B554F0D0}"/>
                </a:ext>
              </a:extLst>
            </p:cNvPr>
            <p:cNvCxnSpPr>
              <a:cxnSpLocks/>
            </p:cNvCxnSpPr>
            <p:nvPr/>
          </p:nvCxnSpPr>
          <p:spPr>
            <a:xfrm>
              <a:off x="7906346" y="2911234"/>
              <a:ext cx="0" cy="1851460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320BA15B-F614-18D6-B394-DD5E8D81EC7A}"/>
                </a:ext>
              </a:extLst>
            </p:cNvPr>
            <p:cNvCxnSpPr>
              <a:cxnSpLocks/>
            </p:cNvCxnSpPr>
            <p:nvPr/>
          </p:nvCxnSpPr>
          <p:spPr>
            <a:xfrm>
              <a:off x="6546612" y="2345881"/>
              <a:ext cx="100886" cy="1917620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47C4A336-2146-F769-726D-F69E438BC58A}"/>
                </a:ext>
              </a:extLst>
            </p:cNvPr>
            <p:cNvCxnSpPr>
              <a:cxnSpLocks/>
            </p:cNvCxnSpPr>
            <p:nvPr/>
          </p:nvCxnSpPr>
          <p:spPr>
            <a:xfrm>
              <a:off x="1818863" y="1913828"/>
              <a:ext cx="0" cy="1960826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5A4465EF-BA00-06DA-CD6E-63E30BDE0B4B}"/>
                </a:ext>
              </a:extLst>
            </p:cNvPr>
            <p:cNvCxnSpPr>
              <a:cxnSpLocks/>
            </p:cNvCxnSpPr>
            <p:nvPr/>
          </p:nvCxnSpPr>
          <p:spPr>
            <a:xfrm>
              <a:off x="3575610" y="2342378"/>
              <a:ext cx="101719" cy="1917971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887FD8C-C79E-7EA3-EE98-1FEC83184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217" y="838049"/>
              <a:ext cx="424439" cy="606567"/>
            </a:xfrm>
            <a:prstGeom prst="rect">
              <a:avLst/>
            </a:prstGeom>
          </p:spPr>
        </p:pic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0D850326-D672-A7C4-4CDC-DF82C729F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584" y="1419216"/>
              <a:ext cx="13453" cy="2010287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群組 113">
              <a:extLst>
                <a:ext uri="{FF2B5EF4-FFF2-40B4-BE49-F238E27FC236}">
                  <a16:creationId xmlns:a16="http://schemas.microsoft.com/office/drawing/2014/main" id="{EE9FF219-3F0A-CD72-D0AE-B42960AB1C33}"/>
                </a:ext>
              </a:extLst>
            </p:cNvPr>
            <p:cNvGrpSpPr/>
            <p:nvPr/>
          </p:nvGrpSpPr>
          <p:grpSpPr>
            <a:xfrm>
              <a:off x="954457" y="3173837"/>
              <a:ext cx="10991452" cy="17989653"/>
              <a:chOff x="935745" y="3644691"/>
              <a:chExt cx="10991452" cy="17094408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14AB46E-BB93-8856-B9D2-79B450F56291}"/>
                  </a:ext>
                </a:extLst>
              </p:cNvPr>
              <p:cNvSpPr/>
              <p:nvPr/>
            </p:nvSpPr>
            <p:spPr>
              <a:xfrm>
                <a:off x="935745" y="3644692"/>
                <a:ext cx="10991452" cy="1709440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13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997BDB8-5764-A59F-8DFC-8937B324FCF4}"/>
                  </a:ext>
                </a:extLst>
              </p:cNvPr>
              <p:cNvSpPr txBox="1"/>
              <p:nvPr/>
            </p:nvSpPr>
            <p:spPr>
              <a:xfrm>
                <a:off x="937680" y="3644691"/>
                <a:ext cx="478789" cy="3180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75" dirty="0"/>
                  <a:t>opt</a:t>
                </a:r>
                <a:endParaRPr lang="zh-TW" altLang="en-US" sz="1575" dirty="0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8C59B73-5047-C45A-5299-3656E71778F4}"/>
                </a:ext>
              </a:extLst>
            </p:cNvPr>
            <p:cNvSpPr txBox="1"/>
            <p:nvPr/>
          </p:nvSpPr>
          <p:spPr>
            <a:xfrm>
              <a:off x="3937575" y="6986664"/>
              <a:ext cx="109703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creatCalls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A8D5D644-12FF-4941-684F-5D591C355F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4403" y="7328520"/>
              <a:ext cx="4642076" cy="87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CF5ACBC-022B-140E-1D18-93E25D647D92}"/>
                </a:ext>
              </a:extLst>
            </p:cNvPr>
            <p:cNvSpPr txBox="1"/>
            <p:nvPr/>
          </p:nvSpPr>
          <p:spPr>
            <a:xfrm>
              <a:off x="943357" y="3558071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271D4C0-749E-D0A2-8184-26EA50088448}"/>
                </a:ext>
              </a:extLst>
            </p:cNvPr>
            <p:cNvSpPr txBox="1"/>
            <p:nvPr/>
          </p:nvSpPr>
          <p:spPr>
            <a:xfrm>
              <a:off x="6805047" y="7498963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endParaRPr lang="zh-TW" altLang="en-US" sz="1575" dirty="0"/>
            </a:p>
          </p:txBody>
        </p: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92CF9BE-AB16-1C26-C507-C9406BF9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399376" y="2899962"/>
              <a:ext cx="25741" cy="1862212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E00A8654-7593-AD56-BADC-DACC584DDF7D}"/>
                </a:ext>
              </a:extLst>
            </p:cNvPr>
            <p:cNvSpPr txBox="1"/>
            <p:nvPr/>
          </p:nvSpPr>
          <p:spPr>
            <a:xfrm>
              <a:off x="6652716" y="7969992"/>
              <a:ext cx="1212961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DC002B9-D614-7308-1732-98D7C18156DA}"/>
                </a:ext>
              </a:extLst>
            </p:cNvPr>
            <p:cNvSpPr txBox="1"/>
            <p:nvPr/>
          </p:nvSpPr>
          <p:spPr>
            <a:xfrm>
              <a:off x="6698763" y="8644230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BB54FE5E-DC27-5E76-AF3C-0248BBE791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4001" y="9113251"/>
              <a:ext cx="4636698" cy="12437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C41E3CEB-3184-6005-A061-C8AC572F3C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93" y="6423186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C2219B8-B76B-9FF7-CD74-100A6FEFE073}"/>
                </a:ext>
              </a:extLst>
            </p:cNvPr>
            <p:cNvSpPr txBox="1"/>
            <p:nvPr/>
          </p:nvSpPr>
          <p:spPr>
            <a:xfrm>
              <a:off x="985969" y="6553335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8D35AE0-4BF4-85DB-22EB-8E0D58992DF9}"/>
                </a:ext>
              </a:extLst>
            </p:cNvPr>
            <p:cNvSpPr/>
            <p:nvPr/>
          </p:nvSpPr>
          <p:spPr>
            <a:xfrm>
              <a:off x="7856091" y="7258512"/>
              <a:ext cx="135321" cy="7119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05A6539-A472-1732-809F-07BC536B33F6}"/>
                </a:ext>
              </a:extLst>
            </p:cNvPr>
            <p:cNvSpPr/>
            <p:nvPr/>
          </p:nvSpPr>
          <p:spPr>
            <a:xfrm>
              <a:off x="1738540" y="2022701"/>
              <a:ext cx="166460" cy="193409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3592E47-2E5E-0014-1E63-C18B04F39632}"/>
                </a:ext>
              </a:extLst>
            </p:cNvPr>
            <p:cNvSpPr/>
            <p:nvPr/>
          </p:nvSpPr>
          <p:spPr>
            <a:xfrm>
              <a:off x="1395083" y="1419216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7C172BF-194C-DFCB-A3E9-7E224A550BCB}"/>
                </a:ext>
              </a:extLst>
            </p:cNvPr>
            <p:cNvSpPr/>
            <p:nvPr/>
          </p:nvSpPr>
          <p:spPr>
            <a:xfrm>
              <a:off x="3002746" y="188339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9EBF0F8-92ED-A880-304D-B281D4912C0F}"/>
                </a:ext>
              </a:extLst>
            </p:cNvPr>
            <p:cNvSpPr/>
            <p:nvPr/>
          </p:nvSpPr>
          <p:spPr>
            <a:xfrm>
              <a:off x="4832084" y="2426075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:Record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4B390F4-470E-9AC4-D884-6012468AA9A3}"/>
                </a:ext>
              </a:extLst>
            </p:cNvPr>
            <p:cNvSpPr/>
            <p:nvPr/>
          </p:nvSpPr>
          <p:spPr>
            <a:xfrm>
              <a:off x="9066693" y="2442030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C8083E6-1447-8392-E2CA-2CBBDF2FBE94}"/>
                </a:ext>
              </a:extLst>
            </p:cNvPr>
            <p:cNvSpPr txBox="1"/>
            <p:nvPr/>
          </p:nvSpPr>
          <p:spPr>
            <a:xfrm>
              <a:off x="6713639" y="7107561"/>
              <a:ext cx="114191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creatCalls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D5F0F298-1F76-2C90-AFBD-431AD98F5E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3238" y="7844104"/>
              <a:ext cx="122015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3070436E-02DA-B190-9647-BEED8D57DCF0}"/>
                </a:ext>
              </a:extLst>
            </p:cNvPr>
            <p:cNvSpPr txBox="1"/>
            <p:nvPr/>
          </p:nvSpPr>
          <p:spPr>
            <a:xfrm>
              <a:off x="3840676" y="8771862"/>
              <a:ext cx="139352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creatComplete</a:t>
              </a:r>
              <a:endParaRPr lang="zh-TW" altLang="en-US" sz="1575" dirty="0"/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E9952A20-46C0-A6CB-28E3-3F935188B076}"/>
                </a:ext>
              </a:extLst>
            </p:cNvPr>
            <p:cNvCxnSpPr>
              <a:cxnSpLocks/>
            </p:cNvCxnSpPr>
            <p:nvPr/>
          </p:nvCxnSpPr>
          <p:spPr>
            <a:xfrm>
              <a:off x="9626111" y="2899962"/>
              <a:ext cx="0" cy="1862212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BE413B48-05F3-C8CA-0944-B818814502A6}"/>
                </a:ext>
              </a:extLst>
            </p:cNvPr>
            <p:cNvSpPr txBox="1"/>
            <p:nvPr/>
          </p:nvSpPr>
          <p:spPr>
            <a:xfrm>
              <a:off x="7832481" y="8227150"/>
              <a:ext cx="1385622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F2388CAA-F301-E761-27BA-994E37FD5242}"/>
                </a:ext>
              </a:extLst>
            </p:cNvPr>
            <p:cNvCxnSpPr>
              <a:cxnSpLocks/>
            </p:cNvCxnSpPr>
            <p:nvPr/>
          </p:nvCxnSpPr>
          <p:spPr>
            <a:xfrm>
              <a:off x="3648062" y="2731401"/>
              <a:ext cx="115594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3DB3D6A1-8E56-336F-670C-A40E73D73479}"/>
                </a:ext>
              </a:extLst>
            </p:cNvPr>
            <p:cNvSpPr txBox="1"/>
            <p:nvPr/>
          </p:nvSpPr>
          <p:spPr>
            <a:xfrm>
              <a:off x="748315" y="1860792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D0CC9A9B-61DD-0D89-9FE2-7C76BDFEE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7037" y="2211406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89036261-9055-6FD3-DA52-A7FF321CF06B}"/>
                </a:ext>
              </a:extLst>
            </p:cNvPr>
            <p:cNvSpPr txBox="1"/>
            <p:nvPr/>
          </p:nvSpPr>
          <p:spPr>
            <a:xfrm>
              <a:off x="545130" y="1465700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33F0AAC1-BD1C-6F1E-5C6F-FCE01BEC0B64}"/>
                </a:ext>
              </a:extLst>
            </p:cNvPr>
            <p:cNvCxnSpPr/>
            <p:nvPr/>
          </p:nvCxnSpPr>
          <p:spPr>
            <a:xfrm>
              <a:off x="1855851" y="2230124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150E569-8A29-F501-871B-9F8CB17A281A}"/>
                </a:ext>
              </a:extLst>
            </p:cNvPr>
            <p:cNvSpPr txBox="1"/>
            <p:nvPr/>
          </p:nvSpPr>
          <p:spPr>
            <a:xfrm>
              <a:off x="2047724" y="1891350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4DE50242-1AC8-17EA-A0CD-1D5C38336FE2}"/>
                </a:ext>
              </a:extLst>
            </p:cNvPr>
            <p:cNvCxnSpPr>
              <a:cxnSpLocks/>
            </p:cNvCxnSpPr>
            <p:nvPr/>
          </p:nvCxnSpPr>
          <p:spPr>
            <a:xfrm>
              <a:off x="513584" y="1796538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C5E9ED63-5EEE-88F4-988A-590731449978}"/>
                </a:ext>
              </a:extLst>
            </p:cNvPr>
            <p:cNvSpPr txBox="1"/>
            <p:nvPr/>
          </p:nvSpPr>
          <p:spPr>
            <a:xfrm>
              <a:off x="3840889" y="2407213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00585ED5-5712-700C-5D43-1D4474F9029D}"/>
                </a:ext>
              </a:extLst>
            </p:cNvPr>
            <p:cNvCxnSpPr>
              <a:cxnSpLocks/>
            </p:cNvCxnSpPr>
            <p:nvPr/>
          </p:nvCxnSpPr>
          <p:spPr>
            <a:xfrm>
              <a:off x="7989959" y="8840688"/>
              <a:ext cx="947672" cy="77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單箭頭接點 63">
              <a:extLst>
                <a:ext uri="{FF2B5EF4-FFF2-40B4-BE49-F238E27FC236}">
                  <a16:creationId xmlns:a16="http://schemas.microsoft.com/office/drawing/2014/main" id="{1AB687D0-5972-76AD-6F96-86F5DF0B49D9}"/>
                </a:ext>
              </a:extLst>
            </p:cNvPr>
            <p:cNvCxnSpPr>
              <a:cxnSpLocks/>
            </p:cNvCxnSpPr>
            <p:nvPr/>
          </p:nvCxnSpPr>
          <p:spPr>
            <a:xfrm>
              <a:off x="6634928" y="7447066"/>
              <a:ext cx="120846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單箭頭接點 72">
              <a:extLst>
                <a:ext uri="{FF2B5EF4-FFF2-40B4-BE49-F238E27FC236}">
                  <a16:creationId xmlns:a16="http://schemas.microsoft.com/office/drawing/2014/main" id="{82DE7ADA-A90A-C098-DA24-DE5020E92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93" y="9391380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442A77C-2153-B03B-FD8F-17CED2721E30}"/>
                </a:ext>
              </a:extLst>
            </p:cNvPr>
            <p:cNvSpPr txBox="1"/>
            <p:nvPr/>
          </p:nvSpPr>
          <p:spPr>
            <a:xfrm>
              <a:off x="959595" y="9517523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[select=3]</a:t>
              </a:r>
              <a:endParaRPr lang="zh-TW" altLang="en-US" sz="1125" dirty="0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EA56C999-7274-F61B-83EB-5B516C42DE79}"/>
                </a:ext>
              </a:extLst>
            </p:cNvPr>
            <p:cNvSpPr txBox="1"/>
            <p:nvPr/>
          </p:nvSpPr>
          <p:spPr>
            <a:xfrm>
              <a:off x="2054969" y="3311800"/>
              <a:ext cx="12910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349990BA-14C8-5EA3-E3B2-986E4EFC196F}"/>
                </a:ext>
              </a:extLst>
            </p:cNvPr>
            <p:cNvCxnSpPr>
              <a:cxnSpLocks/>
            </p:cNvCxnSpPr>
            <p:nvPr/>
          </p:nvCxnSpPr>
          <p:spPr>
            <a:xfrm>
              <a:off x="3539490" y="3824789"/>
              <a:ext cx="182138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FF6078F1-1BA6-1D94-653F-BFDD719A4DD7}"/>
                </a:ext>
              </a:extLst>
            </p:cNvPr>
            <p:cNvSpPr txBox="1"/>
            <p:nvPr/>
          </p:nvSpPr>
          <p:spPr>
            <a:xfrm>
              <a:off x="3969328" y="4292409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693C3EA2-4579-AC67-A6F8-E0E60AD65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2684" y="4702399"/>
              <a:ext cx="170208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DC2E2130-2DB1-DA63-AACA-E2D0171C6D1A}"/>
                </a:ext>
              </a:extLst>
            </p:cNvPr>
            <p:cNvSpPr txBox="1"/>
            <p:nvPr/>
          </p:nvSpPr>
          <p:spPr>
            <a:xfrm>
              <a:off x="3854376" y="3455093"/>
              <a:ext cx="12910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7CA84CA3-615D-5C9F-0882-4C3681A8B5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0578" y="5969941"/>
              <a:ext cx="159730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799FB256-6B6B-D53E-BC4F-F0B8AD0B1A11}"/>
                </a:ext>
              </a:extLst>
            </p:cNvPr>
            <p:cNvSpPr txBox="1"/>
            <p:nvPr/>
          </p:nvSpPr>
          <p:spPr>
            <a:xfrm>
              <a:off x="2059442" y="5604609"/>
              <a:ext cx="139352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creatComplete</a:t>
              </a:r>
              <a:endParaRPr lang="zh-TW" altLang="en-US" sz="1575" dirty="0"/>
            </a:p>
          </p:txBody>
        </p: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22A2F382-9E52-1DC3-AB16-38DB419B8D5A}"/>
                </a:ext>
              </a:extLst>
            </p:cNvPr>
            <p:cNvCxnSpPr>
              <a:cxnSpLocks/>
            </p:cNvCxnSpPr>
            <p:nvPr/>
          </p:nvCxnSpPr>
          <p:spPr>
            <a:xfrm>
              <a:off x="1881251" y="3679457"/>
              <a:ext cx="16266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A21E1EB4-EA92-0B7F-6D34-8C4087F8E679}"/>
                </a:ext>
              </a:extLst>
            </p:cNvPr>
            <p:cNvCxnSpPr>
              <a:cxnSpLocks/>
            </p:cNvCxnSpPr>
            <p:nvPr/>
          </p:nvCxnSpPr>
          <p:spPr>
            <a:xfrm>
              <a:off x="3634348" y="5462280"/>
              <a:ext cx="17086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>
              <a:extLst>
                <a:ext uri="{FF2B5EF4-FFF2-40B4-BE49-F238E27FC236}">
                  <a16:creationId xmlns:a16="http://schemas.microsoft.com/office/drawing/2014/main" id="{72D46866-7596-055F-E2CF-81A4E48EE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6330" y="5888516"/>
              <a:ext cx="176879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50545D4A-8591-D0A0-69B4-7FC14327D8F0}"/>
                </a:ext>
              </a:extLst>
            </p:cNvPr>
            <p:cNvSpPr/>
            <p:nvPr/>
          </p:nvSpPr>
          <p:spPr>
            <a:xfrm>
              <a:off x="3529870" y="3549425"/>
              <a:ext cx="149820" cy="265179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307E152-30B7-9D01-A050-FEF96BCAEB35}"/>
                </a:ext>
              </a:extLst>
            </p:cNvPr>
            <p:cNvSpPr/>
            <p:nvPr/>
          </p:nvSpPr>
          <p:spPr>
            <a:xfrm>
              <a:off x="7862153" y="8262545"/>
              <a:ext cx="127806" cy="8576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6A0B6F3B-9059-C6A5-C0AE-60A3320F7DC9}"/>
                </a:ext>
              </a:extLst>
            </p:cNvPr>
            <p:cNvSpPr/>
            <p:nvPr/>
          </p:nvSpPr>
          <p:spPr>
            <a:xfrm>
              <a:off x="7321070" y="2428900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:Calls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C61090C-4B9B-3D7E-5EB2-13D8D723D0F7}"/>
                </a:ext>
              </a:extLst>
            </p:cNvPr>
            <p:cNvSpPr/>
            <p:nvPr/>
          </p:nvSpPr>
          <p:spPr>
            <a:xfrm>
              <a:off x="10491790" y="2442925"/>
              <a:ext cx="1444325" cy="48275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:OpenAI</a:t>
              </a:r>
            </a:p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API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F7DC788A-5371-1130-F62B-32A0D980A770}"/>
                </a:ext>
              </a:extLst>
            </p:cNvPr>
            <p:cNvCxnSpPr>
              <a:cxnSpLocks/>
            </p:cNvCxnSpPr>
            <p:nvPr/>
          </p:nvCxnSpPr>
          <p:spPr>
            <a:xfrm>
              <a:off x="11219761" y="2975453"/>
              <a:ext cx="0" cy="1845038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AB5D5B4-99E7-63B3-DBFF-27731E129CB0}"/>
                </a:ext>
              </a:extLst>
            </p:cNvPr>
            <p:cNvSpPr/>
            <p:nvPr/>
          </p:nvSpPr>
          <p:spPr>
            <a:xfrm>
              <a:off x="6005768" y="1883392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2CEE1E29-3033-878E-CD48-A574E62AF601}"/>
                </a:ext>
              </a:extLst>
            </p:cNvPr>
            <p:cNvSpPr txBox="1"/>
            <p:nvPr/>
          </p:nvSpPr>
          <p:spPr>
            <a:xfrm>
              <a:off x="3839622" y="4905762"/>
              <a:ext cx="140698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AEAB6FE-4C9F-865C-3816-D16C06A593A1}"/>
                </a:ext>
              </a:extLst>
            </p:cNvPr>
            <p:cNvSpPr/>
            <p:nvPr/>
          </p:nvSpPr>
          <p:spPr>
            <a:xfrm>
              <a:off x="5334766" y="5165092"/>
              <a:ext cx="155090" cy="82793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050BBE5A-03A5-3E20-A2B7-D049C9C6E08E}"/>
                </a:ext>
              </a:extLst>
            </p:cNvPr>
            <p:cNvSpPr txBox="1"/>
            <p:nvPr/>
          </p:nvSpPr>
          <p:spPr>
            <a:xfrm>
              <a:off x="3947657" y="5528607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129" name="直線單箭頭接點 128">
              <a:extLst>
                <a:ext uri="{FF2B5EF4-FFF2-40B4-BE49-F238E27FC236}">
                  <a16:creationId xmlns:a16="http://schemas.microsoft.com/office/drawing/2014/main" id="{DE5424B2-E5DD-9E58-DB27-DF37D7F6F94D}"/>
                </a:ext>
              </a:extLst>
            </p:cNvPr>
            <p:cNvCxnSpPr>
              <a:cxnSpLocks/>
            </p:cNvCxnSpPr>
            <p:nvPr/>
          </p:nvCxnSpPr>
          <p:spPr>
            <a:xfrm>
              <a:off x="5438694" y="5768882"/>
              <a:ext cx="4187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D6E91451-1725-C9B9-AF65-222B89949438}"/>
                </a:ext>
              </a:extLst>
            </p:cNvPr>
            <p:cNvSpPr txBox="1"/>
            <p:nvPr/>
          </p:nvSpPr>
          <p:spPr>
            <a:xfrm>
              <a:off x="6546612" y="5421482"/>
              <a:ext cx="239101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33" name="直線單箭頭接點 132">
              <a:extLst>
                <a:ext uri="{FF2B5EF4-FFF2-40B4-BE49-F238E27FC236}">
                  <a16:creationId xmlns:a16="http://schemas.microsoft.com/office/drawing/2014/main" id="{80EFC901-8766-2C6D-65F4-301B7CA3691B}"/>
                </a:ext>
              </a:extLst>
            </p:cNvPr>
            <p:cNvCxnSpPr>
              <a:cxnSpLocks/>
            </p:cNvCxnSpPr>
            <p:nvPr/>
          </p:nvCxnSpPr>
          <p:spPr>
            <a:xfrm>
              <a:off x="6634928" y="6866917"/>
              <a:ext cx="125606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文字方塊 133">
              <a:extLst>
                <a:ext uri="{FF2B5EF4-FFF2-40B4-BE49-F238E27FC236}">
                  <a16:creationId xmlns:a16="http://schemas.microsoft.com/office/drawing/2014/main" id="{22707B29-9731-4A4C-E1DC-ADD79E355416}"/>
                </a:ext>
              </a:extLst>
            </p:cNvPr>
            <p:cNvSpPr txBox="1"/>
            <p:nvPr/>
          </p:nvSpPr>
          <p:spPr>
            <a:xfrm>
              <a:off x="6866710" y="6522417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D03F22DB-8E69-A586-D687-77E72F5C6E49}"/>
                </a:ext>
              </a:extLst>
            </p:cNvPr>
            <p:cNvSpPr/>
            <p:nvPr/>
          </p:nvSpPr>
          <p:spPr>
            <a:xfrm>
              <a:off x="6483999" y="6594288"/>
              <a:ext cx="163559" cy="404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530EA47A-D6B2-7F87-1404-3236EBCEAD4F}"/>
                </a:ext>
              </a:extLst>
            </p:cNvPr>
            <p:cNvSpPr/>
            <p:nvPr/>
          </p:nvSpPr>
          <p:spPr>
            <a:xfrm>
              <a:off x="6496408" y="7179068"/>
              <a:ext cx="144409" cy="20499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697C9DAF-917E-11D2-A4CA-C5CDE6396B4F}"/>
                </a:ext>
              </a:extLst>
            </p:cNvPr>
            <p:cNvSpPr/>
            <p:nvPr/>
          </p:nvSpPr>
          <p:spPr>
            <a:xfrm>
              <a:off x="3507388" y="2515266"/>
              <a:ext cx="169941" cy="3816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139" name="直線單箭頭接點 138">
              <a:extLst>
                <a:ext uri="{FF2B5EF4-FFF2-40B4-BE49-F238E27FC236}">
                  <a16:creationId xmlns:a16="http://schemas.microsoft.com/office/drawing/2014/main" id="{4FC913F6-6C1F-C63C-C241-6FB0D83CEE7D}"/>
                </a:ext>
              </a:extLst>
            </p:cNvPr>
            <p:cNvCxnSpPr>
              <a:cxnSpLocks/>
            </p:cNvCxnSpPr>
            <p:nvPr/>
          </p:nvCxnSpPr>
          <p:spPr>
            <a:xfrm>
              <a:off x="1842751" y="6764344"/>
              <a:ext cx="4665361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1DB942EA-307D-EF79-11CE-3B47ED187747}"/>
                </a:ext>
              </a:extLst>
            </p:cNvPr>
            <p:cNvSpPr txBox="1"/>
            <p:nvPr/>
          </p:nvSpPr>
          <p:spPr>
            <a:xfrm>
              <a:off x="4055967" y="6427401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147" name="直線單箭頭接點 146">
              <a:extLst>
                <a:ext uri="{FF2B5EF4-FFF2-40B4-BE49-F238E27FC236}">
                  <a16:creationId xmlns:a16="http://schemas.microsoft.com/office/drawing/2014/main" id="{80B0E86C-B58D-4908-6F6E-72047F9857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8202" y="9024710"/>
              <a:ext cx="119863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62401F78-8649-DDAC-78C7-0E438D00191F}"/>
                </a:ext>
              </a:extLst>
            </p:cNvPr>
            <p:cNvSpPr txBox="1"/>
            <p:nvPr/>
          </p:nvSpPr>
          <p:spPr>
            <a:xfrm>
              <a:off x="2072611" y="9533827"/>
              <a:ext cx="134793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writeRecord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 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52" name="直線單箭頭接點 151">
              <a:extLst>
                <a:ext uri="{FF2B5EF4-FFF2-40B4-BE49-F238E27FC236}">
                  <a16:creationId xmlns:a16="http://schemas.microsoft.com/office/drawing/2014/main" id="{798F4375-8811-B398-8CB7-3AE34132A19A}"/>
                </a:ext>
              </a:extLst>
            </p:cNvPr>
            <p:cNvCxnSpPr>
              <a:cxnSpLocks/>
            </p:cNvCxnSpPr>
            <p:nvPr/>
          </p:nvCxnSpPr>
          <p:spPr>
            <a:xfrm>
              <a:off x="3557132" y="10085316"/>
              <a:ext cx="182138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AA8450BC-7D6F-3C31-5E04-12FE17410945}"/>
                </a:ext>
              </a:extLst>
            </p:cNvPr>
            <p:cNvSpPr txBox="1"/>
            <p:nvPr/>
          </p:nvSpPr>
          <p:spPr>
            <a:xfrm>
              <a:off x="4178483" y="10155429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record</a:t>
              </a:r>
              <a:endParaRPr lang="zh-TW" altLang="en-US" sz="1575" dirty="0"/>
            </a:p>
          </p:txBody>
        </p:sp>
        <p:cxnSp>
          <p:nvCxnSpPr>
            <p:cNvPr id="154" name="直線單箭頭接點 153">
              <a:extLst>
                <a:ext uri="{FF2B5EF4-FFF2-40B4-BE49-F238E27FC236}">
                  <a16:creationId xmlns:a16="http://schemas.microsoft.com/office/drawing/2014/main" id="{03A919B0-C164-ECEB-7491-2D66E197F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3416" y="10498776"/>
              <a:ext cx="170208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2042C52-6213-83FB-F4D1-68EFF9A7FE63}"/>
                </a:ext>
              </a:extLst>
            </p:cNvPr>
            <p:cNvSpPr/>
            <p:nvPr/>
          </p:nvSpPr>
          <p:spPr>
            <a:xfrm>
              <a:off x="5352408" y="9844134"/>
              <a:ext cx="137448" cy="82793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78DFF184-3D9E-CB0C-A702-E872A80A6312}"/>
                </a:ext>
              </a:extLst>
            </p:cNvPr>
            <p:cNvSpPr txBox="1"/>
            <p:nvPr/>
          </p:nvSpPr>
          <p:spPr>
            <a:xfrm>
              <a:off x="3883015" y="9706865"/>
              <a:ext cx="1303050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writeRecord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57" name="直線單箭頭接點 156">
              <a:extLst>
                <a:ext uri="{FF2B5EF4-FFF2-40B4-BE49-F238E27FC236}">
                  <a16:creationId xmlns:a16="http://schemas.microsoft.com/office/drawing/2014/main" id="{F81EBBCF-C71E-D805-7342-0936572A5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8220" y="11715518"/>
              <a:ext cx="159730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253D35B8-7728-F632-C930-1291C9A8218B}"/>
                </a:ext>
              </a:extLst>
            </p:cNvPr>
            <p:cNvSpPr txBox="1"/>
            <p:nvPr/>
          </p:nvSpPr>
          <p:spPr>
            <a:xfrm>
              <a:off x="2077084" y="11359811"/>
              <a:ext cx="140551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writeComplete</a:t>
              </a:r>
              <a:endParaRPr lang="zh-TW" altLang="en-US" sz="1575" dirty="0"/>
            </a:p>
          </p:txBody>
        </p:sp>
        <p:cxnSp>
          <p:nvCxnSpPr>
            <p:cNvPr id="159" name="直線單箭頭接點 158">
              <a:extLst>
                <a:ext uri="{FF2B5EF4-FFF2-40B4-BE49-F238E27FC236}">
                  <a16:creationId xmlns:a16="http://schemas.microsoft.com/office/drawing/2014/main" id="{31FD0FA8-94DC-5BB5-5AE4-BAE36983E51F}"/>
                </a:ext>
              </a:extLst>
            </p:cNvPr>
            <p:cNvCxnSpPr>
              <a:cxnSpLocks/>
            </p:cNvCxnSpPr>
            <p:nvPr/>
          </p:nvCxnSpPr>
          <p:spPr>
            <a:xfrm>
              <a:off x="1898893" y="9882234"/>
              <a:ext cx="16266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直線單箭頭接點 159">
              <a:extLst>
                <a:ext uri="{FF2B5EF4-FFF2-40B4-BE49-F238E27FC236}">
                  <a16:creationId xmlns:a16="http://schemas.microsoft.com/office/drawing/2014/main" id="{793965F7-E3C5-CE9C-CAB7-E7B269DF9EF4}"/>
                </a:ext>
              </a:extLst>
            </p:cNvPr>
            <p:cNvCxnSpPr>
              <a:cxnSpLocks/>
            </p:cNvCxnSpPr>
            <p:nvPr/>
          </p:nvCxnSpPr>
          <p:spPr>
            <a:xfrm>
              <a:off x="3651990" y="11207857"/>
              <a:ext cx="17086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直線單箭頭接點 160">
              <a:extLst>
                <a:ext uri="{FF2B5EF4-FFF2-40B4-BE49-F238E27FC236}">
                  <a16:creationId xmlns:a16="http://schemas.microsoft.com/office/drawing/2014/main" id="{03418208-3B0C-4655-E015-32B1925163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3972" y="11634093"/>
              <a:ext cx="176879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48BF2CD9-1D98-0413-3053-6C55E65C4646}"/>
                </a:ext>
              </a:extLst>
            </p:cNvPr>
            <p:cNvSpPr/>
            <p:nvPr/>
          </p:nvSpPr>
          <p:spPr>
            <a:xfrm>
              <a:off x="3534812" y="9732952"/>
              <a:ext cx="146599" cy="21636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44E40C49-B627-0867-D177-E8525E29B5C2}"/>
                </a:ext>
              </a:extLst>
            </p:cNvPr>
            <p:cNvSpPr txBox="1"/>
            <p:nvPr/>
          </p:nvSpPr>
          <p:spPr>
            <a:xfrm>
              <a:off x="3857264" y="10651339"/>
              <a:ext cx="140698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1E2C51A1-3AD6-8202-405C-9B7F8EB9B253}"/>
                </a:ext>
              </a:extLst>
            </p:cNvPr>
            <p:cNvSpPr/>
            <p:nvPr/>
          </p:nvSpPr>
          <p:spPr>
            <a:xfrm>
              <a:off x="5352408" y="10939544"/>
              <a:ext cx="137448" cy="82793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428949BE-5F35-6B6E-C2C5-736F0581661F}"/>
                </a:ext>
              </a:extLst>
            </p:cNvPr>
            <p:cNvSpPr txBox="1"/>
            <p:nvPr/>
          </p:nvSpPr>
          <p:spPr>
            <a:xfrm>
              <a:off x="3964733" y="11284300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166" name="直線單箭頭接點 165">
              <a:extLst>
                <a:ext uri="{FF2B5EF4-FFF2-40B4-BE49-F238E27FC236}">
                  <a16:creationId xmlns:a16="http://schemas.microsoft.com/office/drawing/2014/main" id="{04E78AC9-15D2-81AF-55C5-7976EB4E4544}"/>
                </a:ext>
              </a:extLst>
            </p:cNvPr>
            <p:cNvCxnSpPr>
              <a:cxnSpLocks/>
            </p:cNvCxnSpPr>
            <p:nvPr/>
          </p:nvCxnSpPr>
          <p:spPr>
            <a:xfrm>
              <a:off x="5456336" y="11514459"/>
              <a:ext cx="4187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A3DBAE1B-80F5-A4DA-752C-058AE22A541A}"/>
                </a:ext>
              </a:extLst>
            </p:cNvPr>
            <p:cNvSpPr txBox="1"/>
            <p:nvPr/>
          </p:nvSpPr>
          <p:spPr>
            <a:xfrm>
              <a:off x="6564254" y="11167059"/>
              <a:ext cx="239101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68" name="直線單箭頭接點 167">
              <a:extLst>
                <a:ext uri="{FF2B5EF4-FFF2-40B4-BE49-F238E27FC236}">
                  <a16:creationId xmlns:a16="http://schemas.microsoft.com/office/drawing/2014/main" id="{1CF7CC9E-7D52-5D8A-F8DC-B2BF9E3153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93" y="12046349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2D8095AB-ACFC-D76A-ADCD-8D1FAEEAEEC1}"/>
                </a:ext>
              </a:extLst>
            </p:cNvPr>
            <p:cNvSpPr txBox="1"/>
            <p:nvPr/>
          </p:nvSpPr>
          <p:spPr>
            <a:xfrm>
              <a:off x="959594" y="12160159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[select=4]</a:t>
              </a:r>
              <a:endParaRPr lang="zh-TW" altLang="en-US" sz="1125" dirty="0"/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61F56AF5-9D4D-FE65-AE23-6829FBD410DA}"/>
                </a:ext>
              </a:extLst>
            </p:cNvPr>
            <p:cNvSpPr txBox="1"/>
            <p:nvPr/>
          </p:nvSpPr>
          <p:spPr>
            <a:xfrm>
              <a:off x="2071002" y="12217683"/>
              <a:ext cx="145347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71" name="直線單箭頭接點 170">
              <a:extLst>
                <a:ext uri="{FF2B5EF4-FFF2-40B4-BE49-F238E27FC236}">
                  <a16:creationId xmlns:a16="http://schemas.microsoft.com/office/drawing/2014/main" id="{0EAA7E21-E3FD-7384-EAFA-7B36F2570820}"/>
                </a:ext>
              </a:extLst>
            </p:cNvPr>
            <p:cNvCxnSpPr>
              <a:cxnSpLocks/>
            </p:cNvCxnSpPr>
            <p:nvPr/>
          </p:nvCxnSpPr>
          <p:spPr>
            <a:xfrm>
              <a:off x="3616330" y="12769172"/>
              <a:ext cx="1760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6225BF97-D74D-F9FE-271A-F16314157DD9}"/>
                </a:ext>
              </a:extLst>
            </p:cNvPr>
            <p:cNvSpPr txBox="1"/>
            <p:nvPr/>
          </p:nvSpPr>
          <p:spPr>
            <a:xfrm>
              <a:off x="3965356" y="13152493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50C23023-D4DF-5C72-C09D-6022841FD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9810" y="13538767"/>
              <a:ext cx="170208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C346B4D9-7AB1-8E32-C26E-BC48365C2EB6}"/>
                </a:ext>
              </a:extLst>
            </p:cNvPr>
            <p:cNvSpPr/>
            <p:nvPr/>
          </p:nvSpPr>
          <p:spPr>
            <a:xfrm>
              <a:off x="5350799" y="12585741"/>
              <a:ext cx="137448" cy="11656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9E35C387-8FDA-24C9-3631-90748AF1EB2F}"/>
                </a:ext>
              </a:extLst>
            </p:cNvPr>
            <p:cNvSpPr txBox="1"/>
            <p:nvPr/>
          </p:nvSpPr>
          <p:spPr>
            <a:xfrm>
              <a:off x="3837475" y="12172504"/>
              <a:ext cx="133164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76" name="直線單箭頭接點 175">
              <a:extLst>
                <a:ext uri="{FF2B5EF4-FFF2-40B4-BE49-F238E27FC236}">
                  <a16:creationId xmlns:a16="http://schemas.microsoft.com/office/drawing/2014/main" id="{5B09FED7-C609-4897-7EC1-11DCAB11E1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6439" y="14880637"/>
              <a:ext cx="159730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E6B4EF96-8960-251E-0AAB-724DACED254D}"/>
                </a:ext>
              </a:extLst>
            </p:cNvPr>
            <p:cNvSpPr txBox="1"/>
            <p:nvPr/>
          </p:nvSpPr>
          <p:spPr>
            <a:xfrm>
              <a:off x="2030955" y="14482402"/>
              <a:ext cx="155593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updateComplete</a:t>
              </a:r>
              <a:endParaRPr lang="zh-TW" altLang="en-US" sz="1575" dirty="0"/>
            </a:p>
          </p:txBody>
        </p:sp>
        <p:cxnSp>
          <p:nvCxnSpPr>
            <p:cNvPr id="178" name="直線單箭頭接點 177">
              <a:extLst>
                <a:ext uri="{FF2B5EF4-FFF2-40B4-BE49-F238E27FC236}">
                  <a16:creationId xmlns:a16="http://schemas.microsoft.com/office/drawing/2014/main" id="{F2B9534F-3D52-AF69-BC37-1796B2F73E5A}"/>
                </a:ext>
              </a:extLst>
            </p:cNvPr>
            <p:cNvCxnSpPr>
              <a:cxnSpLocks/>
            </p:cNvCxnSpPr>
            <p:nvPr/>
          </p:nvCxnSpPr>
          <p:spPr>
            <a:xfrm>
              <a:off x="1897284" y="12566090"/>
              <a:ext cx="16266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線單箭頭接點 178">
              <a:extLst>
                <a:ext uri="{FF2B5EF4-FFF2-40B4-BE49-F238E27FC236}">
                  <a16:creationId xmlns:a16="http://schemas.microsoft.com/office/drawing/2014/main" id="{418F2E77-34AA-80DA-85D4-50BEC0BBE760}"/>
                </a:ext>
              </a:extLst>
            </p:cNvPr>
            <p:cNvCxnSpPr>
              <a:cxnSpLocks/>
            </p:cNvCxnSpPr>
            <p:nvPr/>
          </p:nvCxnSpPr>
          <p:spPr>
            <a:xfrm>
              <a:off x="3677329" y="14324850"/>
              <a:ext cx="17086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線單箭頭接點 179">
              <a:extLst>
                <a:ext uri="{FF2B5EF4-FFF2-40B4-BE49-F238E27FC236}">
                  <a16:creationId xmlns:a16="http://schemas.microsoft.com/office/drawing/2014/main" id="{BB36B827-1AEB-FBD4-CD23-705DAF01A9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5784" y="14770338"/>
              <a:ext cx="176879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5BD06B2C-5960-3805-8BE6-EE7978C69A2E}"/>
                </a:ext>
              </a:extLst>
            </p:cNvPr>
            <p:cNvSpPr/>
            <p:nvPr/>
          </p:nvSpPr>
          <p:spPr>
            <a:xfrm>
              <a:off x="3562078" y="12416808"/>
              <a:ext cx="144126" cy="26339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82" name="文字方塊 181">
              <a:extLst>
                <a:ext uri="{FF2B5EF4-FFF2-40B4-BE49-F238E27FC236}">
                  <a16:creationId xmlns:a16="http://schemas.microsoft.com/office/drawing/2014/main" id="{2D698FFA-4B92-EE00-976E-6B62C5F77A66}"/>
                </a:ext>
              </a:extLst>
            </p:cNvPr>
            <p:cNvSpPr txBox="1"/>
            <p:nvPr/>
          </p:nvSpPr>
          <p:spPr>
            <a:xfrm>
              <a:off x="3837497" y="13743664"/>
              <a:ext cx="140698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FA207232-4003-32D9-C269-44F34CF0B35F}"/>
                </a:ext>
              </a:extLst>
            </p:cNvPr>
            <p:cNvSpPr/>
            <p:nvPr/>
          </p:nvSpPr>
          <p:spPr>
            <a:xfrm>
              <a:off x="5351251" y="14112862"/>
              <a:ext cx="137448" cy="9101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4F4DEB89-3569-8544-DA6F-9DC8B2FE8CFA}"/>
                </a:ext>
              </a:extLst>
            </p:cNvPr>
            <p:cNvSpPr txBox="1"/>
            <p:nvPr/>
          </p:nvSpPr>
          <p:spPr>
            <a:xfrm>
              <a:off x="3960012" y="14401294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185" name="直線單箭頭接點 184">
              <a:extLst>
                <a:ext uri="{FF2B5EF4-FFF2-40B4-BE49-F238E27FC236}">
                  <a16:creationId xmlns:a16="http://schemas.microsoft.com/office/drawing/2014/main" id="{35A318F1-1FA4-52E4-D0F5-95C7D827969A}"/>
                </a:ext>
              </a:extLst>
            </p:cNvPr>
            <p:cNvCxnSpPr>
              <a:cxnSpLocks/>
            </p:cNvCxnSpPr>
            <p:nvPr/>
          </p:nvCxnSpPr>
          <p:spPr>
            <a:xfrm>
              <a:off x="5438693" y="14583328"/>
              <a:ext cx="4187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6" name="文字方塊 185">
              <a:extLst>
                <a:ext uri="{FF2B5EF4-FFF2-40B4-BE49-F238E27FC236}">
                  <a16:creationId xmlns:a16="http://schemas.microsoft.com/office/drawing/2014/main" id="{B97305DE-500D-7E49-7D8C-35200527D1DC}"/>
                </a:ext>
              </a:extLst>
            </p:cNvPr>
            <p:cNvSpPr txBox="1"/>
            <p:nvPr/>
          </p:nvSpPr>
          <p:spPr>
            <a:xfrm>
              <a:off x="6574023" y="14210098"/>
              <a:ext cx="239101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87" name="直線單箭頭接點 186">
              <a:extLst>
                <a:ext uri="{FF2B5EF4-FFF2-40B4-BE49-F238E27FC236}">
                  <a16:creationId xmlns:a16="http://schemas.microsoft.com/office/drawing/2014/main" id="{AFA524E8-168A-359A-F8D2-626CF090A20E}"/>
                </a:ext>
              </a:extLst>
            </p:cNvPr>
            <p:cNvCxnSpPr>
              <a:cxnSpLocks/>
            </p:cNvCxnSpPr>
            <p:nvPr/>
          </p:nvCxnSpPr>
          <p:spPr>
            <a:xfrm>
              <a:off x="5433714" y="12966270"/>
              <a:ext cx="57948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直線單箭頭接點 188">
              <a:extLst>
                <a:ext uri="{FF2B5EF4-FFF2-40B4-BE49-F238E27FC236}">
                  <a16:creationId xmlns:a16="http://schemas.microsoft.com/office/drawing/2014/main" id="{AD823342-6411-096D-8837-6006BD7C41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4640" y="13418072"/>
              <a:ext cx="565072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923F0033-6993-A0FB-ABDF-ECF07A23D078}"/>
                </a:ext>
              </a:extLst>
            </p:cNvPr>
            <p:cNvSpPr txBox="1"/>
            <p:nvPr/>
          </p:nvSpPr>
          <p:spPr>
            <a:xfrm>
              <a:off x="7751092" y="12607601"/>
              <a:ext cx="208281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getNewRecord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BE0E253B-589A-829F-533C-56CCDD59B843}"/>
                </a:ext>
              </a:extLst>
            </p:cNvPr>
            <p:cNvSpPr txBox="1"/>
            <p:nvPr/>
          </p:nvSpPr>
          <p:spPr>
            <a:xfrm>
              <a:off x="7991587" y="13039046"/>
              <a:ext cx="110389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9C504F1-915E-793D-C3E9-A610580D38C5}"/>
                </a:ext>
              </a:extLst>
            </p:cNvPr>
            <p:cNvSpPr/>
            <p:nvPr/>
          </p:nvSpPr>
          <p:spPr>
            <a:xfrm>
              <a:off x="9709744" y="1827402"/>
              <a:ext cx="1444325" cy="48275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GoogleMaps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API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404F19DB-BC6F-39BF-DBA1-BC2B4A13E880}"/>
                </a:ext>
              </a:extLst>
            </p:cNvPr>
            <p:cNvCxnSpPr>
              <a:cxnSpLocks/>
            </p:cNvCxnSpPr>
            <p:nvPr/>
          </p:nvCxnSpPr>
          <p:spPr>
            <a:xfrm>
              <a:off x="10380056" y="2321275"/>
              <a:ext cx="50753" cy="1920081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D2CDBE6A-01EE-9F85-057C-8B800B0424D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214" y="4111884"/>
              <a:ext cx="489699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BBC599E-21A2-F79E-EFEC-679043540A38}"/>
                </a:ext>
              </a:extLst>
            </p:cNvPr>
            <p:cNvSpPr/>
            <p:nvPr/>
          </p:nvSpPr>
          <p:spPr>
            <a:xfrm>
              <a:off x="5345651" y="3639821"/>
              <a:ext cx="150570" cy="13211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7A0C069A-FCF0-D8E2-644B-024429B71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7156" y="4564625"/>
              <a:ext cx="482855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DD23C06-1210-7EA6-5F05-B06F2F51D0D1}"/>
                </a:ext>
              </a:extLst>
            </p:cNvPr>
            <p:cNvSpPr txBox="1"/>
            <p:nvPr/>
          </p:nvSpPr>
          <p:spPr>
            <a:xfrm>
              <a:off x="7263869" y="3743333"/>
              <a:ext cx="215988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getNewRecord</a:t>
              </a:r>
              <a:r>
                <a:rPr lang="en-US" altLang="zh-TW" sz="1575" dirty="0"/>
                <a:t>(hospital)</a:t>
              </a:r>
              <a:endParaRPr lang="zh-TW" altLang="en-US" sz="1575" dirty="0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072A49C7-66A4-60CE-688D-BE88D2CEEB57}"/>
                </a:ext>
              </a:extLst>
            </p:cNvPr>
            <p:cNvSpPr txBox="1"/>
            <p:nvPr/>
          </p:nvSpPr>
          <p:spPr>
            <a:xfrm>
              <a:off x="7656541" y="4175616"/>
              <a:ext cx="110389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F286222-9A09-C850-4CE5-995921FFD555}"/>
                </a:ext>
              </a:extLst>
            </p:cNvPr>
            <p:cNvSpPr/>
            <p:nvPr/>
          </p:nvSpPr>
          <p:spPr>
            <a:xfrm>
              <a:off x="8367711" y="1847465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CallsDB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EC242D9D-419F-12CB-20F8-2B2C853FCD6D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88" y="2257904"/>
              <a:ext cx="0" cy="1926418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A099547-84A4-B1DB-35C8-28CE7A756486}"/>
                </a:ext>
              </a:extLst>
            </p:cNvPr>
            <p:cNvCxnSpPr>
              <a:cxnSpLocks/>
            </p:cNvCxnSpPr>
            <p:nvPr/>
          </p:nvCxnSpPr>
          <p:spPr>
            <a:xfrm>
              <a:off x="6647558" y="8547073"/>
              <a:ext cx="120846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97580BCD-D874-EBAB-F48F-BD4263FA3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357" y="15336585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166721F6-DCA5-4A1B-5523-E3BDD02202EC}"/>
                </a:ext>
              </a:extLst>
            </p:cNvPr>
            <p:cNvCxnSpPr>
              <a:cxnSpLocks/>
            </p:cNvCxnSpPr>
            <p:nvPr/>
          </p:nvCxnSpPr>
          <p:spPr>
            <a:xfrm>
              <a:off x="3658071" y="18238216"/>
              <a:ext cx="17204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865B53D6-DE93-9274-0158-44E46867BFB9}"/>
                </a:ext>
              </a:extLst>
            </p:cNvPr>
            <p:cNvSpPr txBox="1"/>
            <p:nvPr/>
          </p:nvSpPr>
          <p:spPr>
            <a:xfrm>
              <a:off x="4047033" y="18489981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cxnSp>
          <p:nvCxnSpPr>
            <p:cNvPr id="66" name="直線單箭頭接點 65">
              <a:extLst>
                <a:ext uri="{FF2B5EF4-FFF2-40B4-BE49-F238E27FC236}">
                  <a16:creationId xmlns:a16="http://schemas.microsoft.com/office/drawing/2014/main" id="{EFE89B6F-6B67-328B-89B5-17EC8C181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9050" y="18861826"/>
              <a:ext cx="170208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5D878F33-BFF2-DFF4-04FA-68CA6A00E935}"/>
                </a:ext>
              </a:extLst>
            </p:cNvPr>
            <p:cNvSpPr txBox="1"/>
            <p:nvPr/>
          </p:nvSpPr>
          <p:spPr>
            <a:xfrm>
              <a:off x="3920421" y="17861778"/>
              <a:ext cx="129105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creatRecord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9C80EBC1-F350-EE3A-0551-D015DC134964}"/>
                </a:ext>
              </a:extLst>
            </p:cNvPr>
            <p:cNvCxnSpPr>
              <a:cxnSpLocks/>
            </p:cNvCxnSpPr>
            <p:nvPr/>
          </p:nvCxnSpPr>
          <p:spPr>
            <a:xfrm>
              <a:off x="3671248" y="19678299"/>
              <a:ext cx="17086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615E8C21-6684-85F8-7CDC-61D6C7B3F5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8246" y="20352115"/>
              <a:ext cx="176879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22EE18C9-9E73-24D0-43DE-9E14BB087F81}"/>
                </a:ext>
              </a:extLst>
            </p:cNvPr>
            <p:cNvSpPr/>
            <p:nvPr/>
          </p:nvSpPr>
          <p:spPr>
            <a:xfrm>
              <a:off x="3592171" y="15663336"/>
              <a:ext cx="135949" cy="5401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C64C70EF-8648-8C67-1FC0-D37EAAFE33D1}"/>
                </a:ext>
              </a:extLst>
            </p:cNvPr>
            <p:cNvSpPr txBox="1"/>
            <p:nvPr/>
          </p:nvSpPr>
          <p:spPr>
            <a:xfrm>
              <a:off x="3876522" y="19090588"/>
              <a:ext cx="140698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new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4AE739B4-26D2-8C16-FE19-A9FD5C9F49AC}"/>
                </a:ext>
              </a:extLst>
            </p:cNvPr>
            <p:cNvSpPr/>
            <p:nvPr/>
          </p:nvSpPr>
          <p:spPr>
            <a:xfrm>
              <a:off x="5352416" y="19282182"/>
              <a:ext cx="137440" cy="118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1C05D6C6-C2B8-7C0E-7256-65483B230E38}"/>
                </a:ext>
              </a:extLst>
            </p:cNvPr>
            <p:cNvSpPr txBox="1"/>
            <p:nvPr/>
          </p:nvSpPr>
          <p:spPr>
            <a:xfrm>
              <a:off x="3991479" y="19988482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90" name="直線單箭頭接點 89">
              <a:extLst>
                <a:ext uri="{FF2B5EF4-FFF2-40B4-BE49-F238E27FC236}">
                  <a16:creationId xmlns:a16="http://schemas.microsoft.com/office/drawing/2014/main" id="{93D4E099-6512-70DD-6BA4-F5A7E6F85418}"/>
                </a:ext>
              </a:extLst>
            </p:cNvPr>
            <p:cNvCxnSpPr>
              <a:cxnSpLocks/>
            </p:cNvCxnSpPr>
            <p:nvPr/>
          </p:nvCxnSpPr>
          <p:spPr>
            <a:xfrm>
              <a:off x="5429589" y="19853980"/>
              <a:ext cx="4187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1CC7F506-6BBE-3DD0-DA0B-2CDD32E4A7FA}"/>
                </a:ext>
              </a:extLst>
            </p:cNvPr>
            <p:cNvSpPr txBox="1"/>
            <p:nvPr/>
          </p:nvSpPr>
          <p:spPr>
            <a:xfrm>
              <a:off x="6623238" y="19506838"/>
              <a:ext cx="239101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92" name="直線單箭頭接點 91">
              <a:extLst>
                <a:ext uri="{FF2B5EF4-FFF2-40B4-BE49-F238E27FC236}">
                  <a16:creationId xmlns:a16="http://schemas.microsoft.com/office/drawing/2014/main" id="{09C9E8B6-F19C-A30D-67C5-9B01A29BB984}"/>
                </a:ext>
              </a:extLst>
            </p:cNvPr>
            <p:cNvCxnSpPr>
              <a:cxnSpLocks/>
            </p:cNvCxnSpPr>
            <p:nvPr/>
          </p:nvCxnSpPr>
          <p:spPr>
            <a:xfrm>
              <a:off x="5425117" y="18372913"/>
              <a:ext cx="498099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935AE5C-CD96-2CFF-54F3-1EED572501AA}"/>
                </a:ext>
              </a:extLst>
            </p:cNvPr>
            <p:cNvSpPr/>
            <p:nvPr/>
          </p:nvSpPr>
          <p:spPr>
            <a:xfrm>
              <a:off x="5363301" y="18061723"/>
              <a:ext cx="134753" cy="9918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94" name="直線單箭頭接點 93">
              <a:extLst>
                <a:ext uri="{FF2B5EF4-FFF2-40B4-BE49-F238E27FC236}">
                  <a16:creationId xmlns:a16="http://schemas.microsoft.com/office/drawing/2014/main" id="{F1DC29F4-76A8-1F7B-249E-BEDAA87AD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4056" y="18749451"/>
              <a:ext cx="482855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AA3613B5-D44E-8A4E-90FB-3DD3B6B1C76A}"/>
                </a:ext>
              </a:extLst>
            </p:cNvPr>
            <p:cNvSpPr txBox="1"/>
            <p:nvPr/>
          </p:nvSpPr>
          <p:spPr>
            <a:xfrm>
              <a:off x="7300769" y="18029763"/>
              <a:ext cx="215988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getNewRecord</a:t>
              </a:r>
              <a:r>
                <a:rPr lang="en-US" altLang="zh-TW" sz="1575" dirty="0"/>
                <a:t>(hospital)</a:t>
              </a:r>
              <a:endParaRPr lang="zh-TW" altLang="en-US" sz="1575" dirty="0"/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3F6FF32E-F225-4F25-BB56-1341C8DF9A30}"/>
                </a:ext>
              </a:extLst>
            </p:cNvPr>
            <p:cNvSpPr txBox="1"/>
            <p:nvPr/>
          </p:nvSpPr>
          <p:spPr>
            <a:xfrm>
              <a:off x="7693441" y="18394310"/>
              <a:ext cx="110389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95B0F58D-7930-F3BC-2452-2A61FAD4692F}"/>
                </a:ext>
              </a:extLst>
            </p:cNvPr>
            <p:cNvSpPr txBox="1"/>
            <p:nvPr/>
          </p:nvSpPr>
          <p:spPr>
            <a:xfrm>
              <a:off x="969220" y="15476975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[select=5]</a:t>
              </a:r>
              <a:endParaRPr lang="zh-TW" altLang="en-US" sz="1125" dirty="0"/>
            </a:p>
          </p:txBody>
        </p:sp>
        <p:cxnSp>
          <p:nvCxnSpPr>
            <p:cNvPr id="101" name="直線單箭頭接點 100">
              <a:extLst>
                <a:ext uri="{FF2B5EF4-FFF2-40B4-BE49-F238E27FC236}">
                  <a16:creationId xmlns:a16="http://schemas.microsoft.com/office/drawing/2014/main" id="{BFE6B564-68EC-43C6-5101-CFC7ADAE0D69}"/>
                </a:ext>
              </a:extLst>
            </p:cNvPr>
            <p:cNvCxnSpPr>
              <a:cxnSpLocks/>
            </p:cNvCxnSpPr>
            <p:nvPr/>
          </p:nvCxnSpPr>
          <p:spPr>
            <a:xfrm>
              <a:off x="5438694" y="20252802"/>
              <a:ext cx="4187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2A3E605F-515A-C012-E25F-B618F0DC0B3D}"/>
                </a:ext>
              </a:extLst>
            </p:cNvPr>
            <p:cNvSpPr txBox="1"/>
            <p:nvPr/>
          </p:nvSpPr>
          <p:spPr>
            <a:xfrm>
              <a:off x="6646644" y="19897985"/>
              <a:ext cx="2391019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addRecord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group_id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E73BA0AC-A377-10F5-EC8E-F91AA8F6DC2B}"/>
                </a:ext>
              </a:extLst>
            </p:cNvPr>
            <p:cNvSpPr txBox="1"/>
            <p:nvPr/>
          </p:nvSpPr>
          <p:spPr>
            <a:xfrm>
              <a:off x="2012347" y="15446562"/>
              <a:ext cx="145347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19" name="直線單箭頭接點 118">
              <a:extLst>
                <a:ext uri="{FF2B5EF4-FFF2-40B4-BE49-F238E27FC236}">
                  <a16:creationId xmlns:a16="http://schemas.microsoft.com/office/drawing/2014/main" id="{F7424BD2-FF8B-B466-415A-CEB3CDEF0D8E}"/>
                </a:ext>
              </a:extLst>
            </p:cNvPr>
            <p:cNvCxnSpPr>
              <a:cxnSpLocks/>
            </p:cNvCxnSpPr>
            <p:nvPr/>
          </p:nvCxnSpPr>
          <p:spPr>
            <a:xfrm>
              <a:off x="3717090" y="16633055"/>
              <a:ext cx="169515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E81C9640-198B-A3EE-A584-901E4FD65D5B}"/>
                </a:ext>
              </a:extLst>
            </p:cNvPr>
            <p:cNvSpPr txBox="1"/>
            <p:nvPr/>
          </p:nvSpPr>
          <p:spPr>
            <a:xfrm>
              <a:off x="4097965" y="17039475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newRecord</a:t>
              </a:r>
              <a:endParaRPr lang="zh-TW" altLang="en-US" sz="1575" dirty="0"/>
            </a:p>
          </p:txBody>
        </p:sp>
        <p:cxnSp>
          <p:nvCxnSpPr>
            <p:cNvPr id="121" name="直線單箭頭接點 120">
              <a:extLst>
                <a:ext uri="{FF2B5EF4-FFF2-40B4-BE49-F238E27FC236}">
                  <a16:creationId xmlns:a16="http://schemas.microsoft.com/office/drawing/2014/main" id="{7272701F-C1B0-6E57-4475-81097EB1DC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0239" y="17411115"/>
              <a:ext cx="163101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957F2601-BDF1-46B9-6334-52C29E3B42D5}"/>
                </a:ext>
              </a:extLst>
            </p:cNvPr>
            <p:cNvSpPr/>
            <p:nvPr/>
          </p:nvSpPr>
          <p:spPr>
            <a:xfrm>
              <a:off x="5360876" y="16154780"/>
              <a:ext cx="154452" cy="14982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346F6D20-6DF1-8C63-C32B-C271C3BC94A5}"/>
                </a:ext>
              </a:extLst>
            </p:cNvPr>
            <p:cNvSpPr txBox="1"/>
            <p:nvPr/>
          </p:nvSpPr>
          <p:spPr>
            <a:xfrm>
              <a:off x="3881125" y="16035161"/>
              <a:ext cx="1331648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24" name="直線單箭頭接點 123">
              <a:extLst>
                <a:ext uri="{FF2B5EF4-FFF2-40B4-BE49-F238E27FC236}">
                  <a16:creationId xmlns:a16="http://schemas.microsoft.com/office/drawing/2014/main" id="{54BF0B6E-73D3-9512-97AA-8C3E4C1534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00" y="20924683"/>
              <a:ext cx="167196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3E10A29E-AEC1-1AA8-00C7-521C11C72184}"/>
                </a:ext>
              </a:extLst>
            </p:cNvPr>
            <p:cNvSpPr txBox="1"/>
            <p:nvPr/>
          </p:nvSpPr>
          <p:spPr>
            <a:xfrm>
              <a:off x="1994275" y="20529815"/>
              <a:ext cx="1555939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updateComplete</a:t>
              </a:r>
              <a:endParaRPr lang="zh-TW" altLang="en-US" sz="1575" dirty="0"/>
            </a:p>
          </p:txBody>
        </p:sp>
        <p:cxnSp>
          <p:nvCxnSpPr>
            <p:cNvPr id="130" name="直線單箭頭接點 129">
              <a:extLst>
                <a:ext uri="{FF2B5EF4-FFF2-40B4-BE49-F238E27FC236}">
                  <a16:creationId xmlns:a16="http://schemas.microsoft.com/office/drawing/2014/main" id="{75DB75D2-7981-7DD8-4EB1-CFB1504E5E91}"/>
                </a:ext>
              </a:extLst>
            </p:cNvPr>
            <p:cNvCxnSpPr>
              <a:cxnSpLocks/>
            </p:cNvCxnSpPr>
            <p:nvPr/>
          </p:nvCxnSpPr>
          <p:spPr>
            <a:xfrm>
              <a:off x="1913793" y="15790736"/>
              <a:ext cx="16849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8ED1B4DE-43C3-238E-B62D-1DCB048B5D8F}"/>
                </a:ext>
              </a:extLst>
            </p:cNvPr>
            <p:cNvCxnSpPr>
              <a:cxnSpLocks/>
            </p:cNvCxnSpPr>
            <p:nvPr/>
          </p:nvCxnSpPr>
          <p:spPr>
            <a:xfrm>
              <a:off x="5439538" y="16803414"/>
              <a:ext cx="418657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5B1FA372-29FF-B545-5F10-EE73CD9BEF29}"/>
                </a:ext>
              </a:extLst>
            </p:cNvPr>
            <p:cNvSpPr txBox="1"/>
            <p:nvPr/>
          </p:nvSpPr>
          <p:spPr>
            <a:xfrm>
              <a:off x="7153745" y="16443236"/>
              <a:ext cx="2614330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updateRecord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(</a:t>
              </a:r>
              <a:r>
                <a:rPr lang="en-US" altLang="zh-TW" sz="1575" dirty="0" err="1"/>
                <a:t>oktime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142" name="直線單箭頭接點 141">
              <a:extLst>
                <a:ext uri="{FF2B5EF4-FFF2-40B4-BE49-F238E27FC236}">
                  <a16:creationId xmlns:a16="http://schemas.microsoft.com/office/drawing/2014/main" id="{76C2FC88-5614-2D15-CB55-906A4C470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856" y="17245180"/>
              <a:ext cx="4136255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CBBAA1EA-6752-33F1-EA60-411385A20346}"/>
                </a:ext>
              </a:extLst>
            </p:cNvPr>
            <p:cNvSpPr txBox="1"/>
            <p:nvPr/>
          </p:nvSpPr>
          <p:spPr>
            <a:xfrm>
              <a:off x="7718136" y="16864348"/>
              <a:ext cx="1007584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recordRec</a:t>
              </a:r>
              <a:endParaRPr lang="zh-TW" altLang="en-US" sz="1575" dirty="0"/>
            </a:p>
          </p:txBody>
        </p:sp>
        <p:grpSp>
          <p:nvGrpSpPr>
            <p:cNvPr id="194" name="群組 193">
              <a:extLst>
                <a:ext uri="{FF2B5EF4-FFF2-40B4-BE49-F238E27FC236}">
                  <a16:creationId xmlns:a16="http://schemas.microsoft.com/office/drawing/2014/main" id="{1643C3EE-33AD-4D8C-C8A4-1A7A875477FA}"/>
                </a:ext>
              </a:extLst>
            </p:cNvPr>
            <p:cNvGrpSpPr/>
            <p:nvPr/>
          </p:nvGrpSpPr>
          <p:grpSpPr>
            <a:xfrm>
              <a:off x="2765721" y="15915807"/>
              <a:ext cx="8990208" cy="4632791"/>
              <a:chOff x="2765720" y="15915807"/>
              <a:chExt cx="9036813" cy="4632791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1DDA5C5-E4B4-AA55-6A79-4878412AEA56}"/>
                  </a:ext>
                </a:extLst>
              </p:cNvPr>
              <p:cNvSpPr/>
              <p:nvPr/>
            </p:nvSpPr>
            <p:spPr>
              <a:xfrm>
                <a:off x="2777068" y="15915807"/>
                <a:ext cx="9025465" cy="46327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13"/>
              </a:p>
            </p:txBody>
          </p:sp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56689335-89C0-72B1-3B0C-82359BC0F470}"/>
                  </a:ext>
                </a:extLst>
              </p:cNvPr>
              <p:cNvSpPr txBox="1"/>
              <p:nvPr/>
            </p:nvSpPr>
            <p:spPr>
              <a:xfrm>
                <a:off x="2765720" y="15935982"/>
                <a:ext cx="478789" cy="3346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75" dirty="0"/>
                  <a:t>opt</a:t>
                </a:r>
                <a:endParaRPr lang="zh-TW" altLang="en-US" sz="1575" dirty="0"/>
              </a:p>
            </p:txBody>
          </p:sp>
        </p:grpSp>
        <p:sp>
          <p:nvSpPr>
            <p:cNvPr id="195" name="文字方塊 194">
              <a:extLst>
                <a:ext uri="{FF2B5EF4-FFF2-40B4-BE49-F238E27FC236}">
                  <a16:creationId xmlns:a16="http://schemas.microsoft.com/office/drawing/2014/main" id="{9C67870D-0B0F-5110-C83F-0396D5792AEE}"/>
                </a:ext>
              </a:extLst>
            </p:cNvPr>
            <p:cNvSpPr txBox="1"/>
            <p:nvPr/>
          </p:nvSpPr>
          <p:spPr>
            <a:xfrm>
              <a:off x="2797040" y="16289775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sp>
          <p:nvSpPr>
            <p:cNvPr id="196" name="文字方塊 195">
              <a:extLst>
                <a:ext uri="{FF2B5EF4-FFF2-40B4-BE49-F238E27FC236}">
                  <a16:creationId xmlns:a16="http://schemas.microsoft.com/office/drawing/2014/main" id="{4D9F74FE-E06B-F6E5-0784-986526480013}"/>
                </a:ext>
              </a:extLst>
            </p:cNvPr>
            <p:cNvSpPr txBox="1"/>
            <p:nvPr/>
          </p:nvSpPr>
          <p:spPr>
            <a:xfrm>
              <a:off x="2793258" y="18229609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cxnSp>
          <p:nvCxnSpPr>
            <p:cNvPr id="199" name="直線單箭頭接點 198">
              <a:extLst>
                <a:ext uri="{FF2B5EF4-FFF2-40B4-BE49-F238E27FC236}">
                  <a16:creationId xmlns:a16="http://schemas.microsoft.com/office/drawing/2014/main" id="{9F4F0B5E-83C3-A1ED-6C80-EEF0353F3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0134" y="17773146"/>
              <a:ext cx="9008533" cy="23784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901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字方塊 50">
            <a:extLst>
              <a:ext uri="{FF2B5EF4-FFF2-40B4-BE49-F238E27FC236}">
                <a16:creationId xmlns:a16="http://schemas.microsoft.com/office/drawing/2014/main" id="{464B6BF0-8154-592E-DA64-085C23F60F28}"/>
              </a:ext>
            </a:extLst>
          </p:cNvPr>
          <p:cNvSpPr txBox="1"/>
          <p:nvPr/>
        </p:nvSpPr>
        <p:spPr>
          <a:xfrm>
            <a:off x="3464510" y="1396846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查詢附近醫院</a:t>
            </a:r>
            <a:endParaRPr lang="en-US" altLang="zh-TW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A52DE974-7B18-4221-72CF-142A1A5B6C3C}"/>
              </a:ext>
            </a:extLst>
          </p:cNvPr>
          <p:cNvGrpSpPr/>
          <p:nvPr/>
        </p:nvGrpSpPr>
        <p:grpSpPr>
          <a:xfrm>
            <a:off x="980656" y="2782149"/>
            <a:ext cx="10446211" cy="4924763"/>
            <a:chOff x="1190732" y="4700500"/>
            <a:chExt cx="10446211" cy="4924763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C450845-0870-FB0E-833B-7A6C6AA89938}"/>
                </a:ext>
              </a:extLst>
            </p:cNvPr>
            <p:cNvCxnSpPr>
              <a:cxnSpLocks/>
            </p:cNvCxnSpPr>
            <p:nvPr/>
          </p:nvCxnSpPr>
          <p:spPr>
            <a:xfrm>
              <a:off x="2622630" y="5559515"/>
              <a:ext cx="9892" cy="406574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2864867-9D6A-C220-CF7B-FD40586589BB}"/>
                </a:ext>
              </a:extLst>
            </p:cNvPr>
            <p:cNvCxnSpPr>
              <a:cxnSpLocks/>
            </p:cNvCxnSpPr>
            <p:nvPr/>
          </p:nvCxnSpPr>
          <p:spPr>
            <a:xfrm>
              <a:off x="4138469" y="5987415"/>
              <a:ext cx="17622" cy="363784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0891924-99EB-7BDF-68BB-23F7458E7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732" y="4700500"/>
              <a:ext cx="424439" cy="606567"/>
            </a:xfrm>
            <a:prstGeom prst="rect">
              <a:avLst/>
            </a:prstGeom>
          </p:spPr>
        </p:pic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1DA45ECC-1E88-D00C-6BE2-FB4BCFB77701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84" y="5307068"/>
              <a:ext cx="0" cy="431819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6873475-F668-DF06-41A7-2EA3A96A749D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42" y="6261607"/>
              <a:ext cx="0" cy="329627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F2CFFC4-0A28-5CA5-C74C-77DEA2694441}"/>
                </a:ext>
              </a:extLst>
            </p:cNvPr>
            <p:cNvSpPr txBox="1"/>
            <p:nvPr/>
          </p:nvSpPr>
          <p:spPr>
            <a:xfrm>
              <a:off x="4980691" y="6579275"/>
              <a:ext cx="1535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err="1"/>
                <a:t>searchHospital</a:t>
              </a:r>
              <a:r>
                <a:rPr lang="en-US" altLang="zh-TW" sz="1600" dirty="0"/>
                <a:t>()</a:t>
              </a:r>
              <a:endParaRPr lang="zh-TW" altLang="en-US" sz="16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D82F851-ECD0-1099-DBF6-C283012458B9}"/>
                </a:ext>
              </a:extLst>
            </p:cNvPr>
            <p:cNvSpPr txBox="1"/>
            <p:nvPr/>
          </p:nvSpPr>
          <p:spPr>
            <a:xfrm>
              <a:off x="5368207" y="8272665"/>
              <a:ext cx="927931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/>
                <a:t>hospital</a:t>
              </a:r>
              <a:endParaRPr lang="zh-TW" altLang="en-US" sz="1575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7E3F5916-B9E1-B846-1D27-CE1692A6EEB3}"/>
                </a:ext>
              </a:extLst>
            </p:cNvPr>
            <p:cNvCxnSpPr/>
            <p:nvPr/>
          </p:nvCxnSpPr>
          <p:spPr>
            <a:xfrm>
              <a:off x="4117108" y="6905460"/>
              <a:ext cx="326033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DB645881-A8E9-B608-63BC-4D3415FE7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8067" y="8616828"/>
              <a:ext cx="3114884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44CC506-AE5C-400D-0FF2-7CB383D3C0D7}"/>
                </a:ext>
              </a:extLst>
            </p:cNvPr>
            <p:cNvSpPr/>
            <p:nvPr/>
          </p:nvSpPr>
          <p:spPr>
            <a:xfrm>
              <a:off x="2566114" y="5676063"/>
              <a:ext cx="128667" cy="36026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4314D54-EEAA-A515-752F-6393D92FA29F}"/>
                </a:ext>
              </a:extLst>
            </p:cNvPr>
            <p:cNvSpPr/>
            <p:nvPr/>
          </p:nvSpPr>
          <p:spPr>
            <a:xfrm>
              <a:off x="2243146" y="5061583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C1E6E7C-DE82-5B4D-F159-BFBF6C762E4B}"/>
                </a:ext>
              </a:extLst>
            </p:cNvPr>
            <p:cNvSpPr/>
            <p:nvPr/>
          </p:nvSpPr>
          <p:spPr>
            <a:xfrm>
              <a:off x="3891334" y="5472891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HospitalUI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8D93D87-799A-A4BC-C039-932A33F07ECB}"/>
                </a:ext>
              </a:extLst>
            </p:cNvPr>
            <p:cNvSpPr/>
            <p:nvPr/>
          </p:nvSpPr>
          <p:spPr>
            <a:xfrm>
              <a:off x="6866685" y="5746096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:Hospital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3A11651-7AB3-828E-9311-1F8B7B3EBDFB}"/>
                </a:ext>
              </a:extLst>
            </p:cNvPr>
            <p:cNvSpPr/>
            <p:nvPr/>
          </p:nvSpPr>
          <p:spPr>
            <a:xfrm>
              <a:off x="8813760" y="5765043"/>
              <a:ext cx="1237454" cy="44003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HospitalDB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FECA404-8B74-A872-854A-5979350C2254}"/>
                </a:ext>
              </a:extLst>
            </p:cNvPr>
            <p:cNvSpPr/>
            <p:nvPr/>
          </p:nvSpPr>
          <p:spPr>
            <a:xfrm>
              <a:off x="4079733" y="6559235"/>
              <a:ext cx="126730" cy="24971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75091740-3F9A-11D4-C492-58FB0028E436}"/>
                </a:ext>
              </a:extLst>
            </p:cNvPr>
            <p:cNvSpPr txBox="1"/>
            <p:nvPr/>
          </p:nvSpPr>
          <p:spPr>
            <a:xfrm>
              <a:off x="2665458" y="6397640"/>
              <a:ext cx="142673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searchHospital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CC833E30-BCBC-E851-32F2-06244B008714}"/>
                </a:ext>
              </a:extLst>
            </p:cNvPr>
            <p:cNvCxnSpPr>
              <a:cxnSpLocks/>
            </p:cNvCxnSpPr>
            <p:nvPr/>
          </p:nvCxnSpPr>
          <p:spPr>
            <a:xfrm>
              <a:off x="2643957" y="6756237"/>
              <a:ext cx="146563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FDD02EC-D23E-1E7F-4DC0-ADAE3F8A547A}"/>
                </a:ext>
              </a:extLst>
            </p:cNvPr>
            <p:cNvSpPr txBox="1"/>
            <p:nvPr/>
          </p:nvSpPr>
          <p:spPr>
            <a:xfrm>
              <a:off x="2621298" y="8359127"/>
              <a:ext cx="15216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err="1"/>
                <a:t>search</a:t>
              </a:r>
              <a:r>
                <a:rPr lang="en-US" altLang="zh-TW" sz="1575" dirty="0" err="1"/>
                <a:t>Complete</a:t>
              </a:r>
              <a:endParaRPr lang="zh-TW" altLang="en-US" sz="1575" dirty="0"/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7492B679-BE3A-600F-01A7-41FC4C6BAF24}"/>
                </a:ext>
              </a:extLst>
            </p:cNvPr>
            <p:cNvCxnSpPr/>
            <p:nvPr/>
          </p:nvCxnSpPr>
          <p:spPr>
            <a:xfrm flipH="1">
              <a:off x="2702508" y="8752557"/>
              <a:ext cx="1356783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1EC2DF8D-C18E-31D3-20D7-CC1DCFCC0CD0}"/>
                </a:ext>
              </a:extLst>
            </p:cNvPr>
            <p:cNvCxnSpPr>
              <a:cxnSpLocks/>
            </p:cNvCxnSpPr>
            <p:nvPr/>
          </p:nvCxnSpPr>
          <p:spPr>
            <a:xfrm>
              <a:off x="9423890" y="6305471"/>
              <a:ext cx="8597" cy="325241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7DFBE4B8-0CD5-D026-7AB8-63509E7C197C}"/>
                </a:ext>
              </a:extLst>
            </p:cNvPr>
            <p:cNvSpPr txBox="1"/>
            <p:nvPr/>
          </p:nvSpPr>
          <p:spPr>
            <a:xfrm>
              <a:off x="7455855" y="7718985"/>
              <a:ext cx="2064283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getHospitalRec</a:t>
              </a:r>
              <a:r>
                <a:rPr lang="en-US" altLang="zh-TW" sz="1575" dirty="0"/>
                <a:t>(name)</a:t>
              </a:r>
              <a:endParaRPr lang="zh-TW" altLang="en-US" sz="1575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E49B77C-DB1C-4D78-A2D7-26869DF314DE}"/>
                </a:ext>
              </a:extLst>
            </p:cNvPr>
            <p:cNvSpPr txBox="1"/>
            <p:nvPr/>
          </p:nvSpPr>
          <p:spPr>
            <a:xfrm>
              <a:off x="7934946" y="8116796"/>
              <a:ext cx="112607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hospitalRec</a:t>
              </a:r>
              <a:endParaRPr lang="zh-TW" altLang="en-US" sz="1575" dirty="0"/>
            </a:p>
          </p:txBody>
        </p: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B735F56C-80E7-50D3-F912-F11EBCDCCF3C}"/>
                </a:ext>
              </a:extLst>
            </p:cNvPr>
            <p:cNvCxnSpPr/>
            <p:nvPr/>
          </p:nvCxnSpPr>
          <p:spPr>
            <a:xfrm>
              <a:off x="4155609" y="6128599"/>
              <a:ext cx="269331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A4252381-E9D5-F7B9-68EA-FDF77C357CD1}"/>
                </a:ext>
              </a:extLst>
            </p:cNvPr>
            <p:cNvSpPr txBox="1"/>
            <p:nvPr/>
          </p:nvSpPr>
          <p:spPr>
            <a:xfrm>
              <a:off x="1676638" y="5500748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F898A36B-D2CB-DF6D-211A-221D0E7088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84" y="5856539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AA51C1D1-CB6A-470D-4DDF-B9FDDBBA6937}"/>
                </a:ext>
              </a:extLst>
            </p:cNvPr>
            <p:cNvSpPr txBox="1"/>
            <p:nvPr/>
          </p:nvSpPr>
          <p:spPr>
            <a:xfrm>
              <a:off x="1447573" y="5093605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6937881D-25B8-3E10-D8B1-93DE13F62227}"/>
                </a:ext>
              </a:extLst>
            </p:cNvPr>
            <p:cNvCxnSpPr/>
            <p:nvPr/>
          </p:nvCxnSpPr>
          <p:spPr>
            <a:xfrm>
              <a:off x="2712544" y="5875789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EB95D2E7-8286-8639-AB9C-3D11C18B5429}"/>
                </a:ext>
              </a:extLst>
            </p:cNvPr>
            <p:cNvSpPr txBox="1"/>
            <p:nvPr/>
          </p:nvSpPr>
          <p:spPr>
            <a:xfrm>
              <a:off x="2963838" y="5544776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BF908238-F406-2CB3-816C-2282DFAF419F}"/>
                </a:ext>
              </a:extLst>
            </p:cNvPr>
            <p:cNvCxnSpPr>
              <a:cxnSpLocks/>
            </p:cNvCxnSpPr>
            <p:nvPr/>
          </p:nvCxnSpPr>
          <p:spPr>
            <a:xfrm>
              <a:off x="1351408" y="5432589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278BB449-2A5D-6FE8-099A-8FE2B04A4DAC}"/>
                </a:ext>
              </a:extLst>
            </p:cNvPr>
            <p:cNvSpPr txBox="1"/>
            <p:nvPr/>
          </p:nvSpPr>
          <p:spPr>
            <a:xfrm>
              <a:off x="5421804" y="5818103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4844C15C-1C7E-89E5-3735-1DDACEDD94CD}"/>
                </a:ext>
              </a:extLst>
            </p:cNvPr>
            <p:cNvCxnSpPr>
              <a:cxnSpLocks/>
            </p:cNvCxnSpPr>
            <p:nvPr/>
          </p:nvCxnSpPr>
          <p:spPr>
            <a:xfrm>
              <a:off x="7473032" y="8080431"/>
              <a:ext cx="19508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84D5D9AB-5D77-44F8-A155-0B7E58BD02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3032" y="8503502"/>
              <a:ext cx="195085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9A5E3B4-C195-FDEE-BECF-A0F998A83E6A}"/>
                </a:ext>
              </a:extLst>
            </p:cNvPr>
            <p:cNvSpPr/>
            <p:nvPr/>
          </p:nvSpPr>
          <p:spPr>
            <a:xfrm>
              <a:off x="4070871" y="6028528"/>
              <a:ext cx="138341" cy="405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86990FA-5E40-B40D-0135-BC917D99A589}"/>
                </a:ext>
              </a:extLst>
            </p:cNvPr>
            <p:cNvSpPr/>
            <p:nvPr/>
          </p:nvSpPr>
          <p:spPr>
            <a:xfrm>
              <a:off x="7342951" y="6749838"/>
              <a:ext cx="126730" cy="20123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404263C-9B66-56F3-BD11-04B0E31EB430}"/>
                </a:ext>
              </a:extLst>
            </p:cNvPr>
            <p:cNvSpPr/>
            <p:nvPr/>
          </p:nvSpPr>
          <p:spPr>
            <a:xfrm>
              <a:off x="10284195" y="5755511"/>
              <a:ext cx="1352748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GoogleMap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API</a:t>
              </a:r>
            </a:p>
          </p:txBody>
        </p: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33F65955-183E-203A-5724-70994529D775}"/>
                </a:ext>
              </a:extLst>
            </p:cNvPr>
            <p:cNvCxnSpPr>
              <a:cxnSpLocks/>
            </p:cNvCxnSpPr>
            <p:nvPr/>
          </p:nvCxnSpPr>
          <p:spPr>
            <a:xfrm>
              <a:off x="10960569" y="6261607"/>
              <a:ext cx="8713" cy="329627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>
              <a:extLst>
                <a:ext uri="{FF2B5EF4-FFF2-40B4-BE49-F238E27FC236}">
                  <a16:creationId xmlns:a16="http://schemas.microsoft.com/office/drawing/2014/main" id="{B8E77230-A197-6BD0-6954-3C80DBDB0EFC}"/>
                </a:ext>
              </a:extLst>
            </p:cNvPr>
            <p:cNvCxnSpPr>
              <a:cxnSpLocks/>
            </p:cNvCxnSpPr>
            <p:nvPr/>
          </p:nvCxnSpPr>
          <p:spPr>
            <a:xfrm>
              <a:off x="7450259" y="7154113"/>
              <a:ext cx="351031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5BD9D7D1-B237-0FAD-6CFF-3C59060F2E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0259" y="7537193"/>
              <a:ext cx="3510310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49E4BA70-6142-4B81-6147-7D305BC48970}"/>
                </a:ext>
              </a:extLst>
            </p:cNvPr>
            <p:cNvSpPr txBox="1"/>
            <p:nvPr/>
          </p:nvSpPr>
          <p:spPr>
            <a:xfrm>
              <a:off x="8661551" y="6818860"/>
              <a:ext cx="123745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getHospital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137FBDD-69E4-9A7B-C6F9-7E36772C451D}"/>
                </a:ext>
              </a:extLst>
            </p:cNvPr>
            <p:cNvSpPr txBox="1"/>
            <p:nvPr/>
          </p:nvSpPr>
          <p:spPr>
            <a:xfrm>
              <a:off x="8860400" y="7187925"/>
              <a:ext cx="834652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hospital</a:t>
              </a:r>
              <a:endParaRPr lang="zh-TW" altLang="en-US" sz="1575" dirty="0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D5FECD04-2A3C-DFAD-64D3-D99FA705619E}"/>
              </a:ext>
            </a:extLst>
          </p:cNvPr>
          <p:cNvSpPr txBox="1"/>
          <p:nvPr/>
        </p:nvSpPr>
        <p:spPr>
          <a:xfrm>
            <a:off x="2970548" y="8496024"/>
            <a:ext cx="66511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查詢附近醫院 </a:t>
            </a:r>
            <a:r>
              <a:rPr lang="en-US" altLang="zh-TW" sz="6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2.0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EA296AC-1807-507A-911B-B8FDB8ABD277}"/>
              </a:ext>
            </a:extLst>
          </p:cNvPr>
          <p:cNvGrpSpPr/>
          <p:nvPr/>
        </p:nvGrpSpPr>
        <p:grpSpPr>
          <a:xfrm>
            <a:off x="187462" y="10001236"/>
            <a:ext cx="11740952" cy="9234880"/>
            <a:chOff x="293154" y="3223820"/>
            <a:chExt cx="11740952" cy="9234880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4521DFCC-CD6D-FEAC-43A7-A7B35F4222C3}"/>
                </a:ext>
              </a:extLst>
            </p:cNvPr>
            <p:cNvCxnSpPr>
              <a:cxnSpLocks/>
            </p:cNvCxnSpPr>
            <p:nvPr/>
          </p:nvCxnSpPr>
          <p:spPr>
            <a:xfrm>
              <a:off x="7948183" y="5297005"/>
              <a:ext cx="16198" cy="716169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A58A652D-69FC-32EC-0012-5029F5C5AC8A}"/>
                </a:ext>
              </a:extLst>
            </p:cNvPr>
            <p:cNvCxnSpPr>
              <a:cxnSpLocks/>
            </p:cNvCxnSpPr>
            <p:nvPr/>
          </p:nvCxnSpPr>
          <p:spPr>
            <a:xfrm>
              <a:off x="6499549" y="4731652"/>
              <a:ext cx="13417" cy="761967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EE2397C7-A974-4A42-CEA9-231859AB499D}"/>
                </a:ext>
              </a:extLst>
            </p:cNvPr>
            <p:cNvCxnSpPr>
              <a:cxnSpLocks/>
            </p:cNvCxnSpPr>
            <p:nvPr/>
          </p:nvCxnSpPr>
          <p:spPr>
            <a:xfrm>
              <a:off x="1750454" y="4263973"/>
              <a:ext cx="9425" cy="819472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18B95A38-20C0-B5D9-24A0-10333A55187F}"/>
                </a:ext>
              </a:extLst>
            </p:cNvPr>
            <p:cNvCxnSpPr>
              <a:cxnSpLocks/>
            </p:cNvCxnSpPr>
            <p:nvPr/>
          </p:nvCxnSpPr>
          <p:spPr>
            <a:xfrm>
              <a:off x="3528547" y="4728149"/>
              <a:ext cx="31529" cy="762317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60F6C6C2-1C9C-C4D7-D219-D0251F1AF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043" r="898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154" y="3223820"/>
              <a:ext cx="424439" cy="606567"/>
            </a:xfrm>
            <a:prstGeom prst="rect">
              <a:avLst/>
            </a:prstGeom>
          </p:spPr>
        </p:pic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33678DAF-1E04-9454-9C37-24859DE00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123" y="3804987"/>
              <a:ext cx="7851" cy="8546341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087AD137-1B7C-F5CE-9FF8-04F70A290C07}"/>
                </a:ext>
              </a:extLst>
            </p:cNvPr>
            <p:cNvGrpSpPr/>
            <p:nvPr/>
          </p:nvGrpSpPr>
          <p:grpSpPr>
            <a:xfrm>
              <a:off x="907394" y="5559610"/>
              <a:ext cx="10991452" cy="6098990"/>
              <a:chOff x="935745" y="3644691"/>
              <a:chExt cx="10991452" cy="17094408"/>
            </a:xfrm>
          </p:grpSpPr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A4596716-A6F6-CC64-0A39-FF60AC50AEFE}"/>
                  </a:ext>
                </a:extLst>
              </p:cNvPr>
              <p:cNvSpPr/>
              <p:nvPr/>
            </p:nvSpPr>
            <p:spPr>
              <a:xfrm>
                <a:off x="935745" y="3644692"/>
                <a:ext cx="10991452" cy="1709440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13"/>
              </a:p>
            </p:txBody>
          </p:sp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4930C288-9218-356B-C1ED-AEF97D6AFE9C}"/>
                  </a:ext>
                </a:extLst>
              </p:cNvPr>
              <p:cNvSpPr txBox="1"/>
              <p:nvPr/>
            </p:nvSpPr>
            <p:spPr>
              <a:xfrm>
                <a:off x="937680" y="3644691"/>
                <a:ext cx="479063" cy="9461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75" dirty="0"/>
                  <a:t>opt</a:t>
                </a:r>
                <a:endParaRPr lang="zh-TW" altLang="en-US" sz="1575" dirty="0"/>
              </a:p>
            </p:txBody>
          </p:sp>
        </p:grp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6096756-5EBE-08AE-97C9-08E806962967}"/>
                </a:ext>
              </a:extLst>
            </p:cNvPr>
            <p:cNvSpPr txBox="1"/>
            <p:nvPr/>
          </p:nvSpPr>
          <p:spPr>
            <a:xfrm>
              <a:off x="3752251" y="9346972"/>
              <a:ext cx="138999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keepUserHos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EFCA0C4-2C8D-7F8A-974E-24257BCC8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340" y="9714291"/>
              <a:ext cx="4642076" cy="87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0836DEAC-52A6-6A48-5660-92B1933103AA}"/>
                </a:ext>
              </a:extLst>
            </p:cNvPr>
            <p:cNvSpPr txBox="1"/>
            <p:nvPr/>
          </p:nvSpPr>
          <p:spPr>
            <a:xfrm>
              <a:off x="896294" y="5943842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[select=1]</a:t>
              </a:r>
              <a:endParaRPr lang="zh-TW" altLang="en-US" sz="1125" dirty="0"/>
            </a:p>
          </p:txBody>
        </p: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DB2175CB-A3E4-E617-DD21-92F2E00220D5}"/>
                </a:ext>
              </a:extLst>
            </p:cNvPr>
            <p:cNvCxnSpPr>
              <a:cxnSpLocks/>
            </p:cNvCxnSpPr>
            <p:nvPr/>
          </p:nvCxnSpPr>
          <p:spPr>
            <a:xfrm>
              <a:off x="5352313" y="5285733"/>
              <a:ext cx="15844" cy="7172967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4E59F1F3-46A6-2138-38D2-64CC36E50AF4}"/>
                </a:ext>
              </a:extLst>
            </p:cNvPr>
            <p:cNvSpPr txBox="1"/>
            <p:nvPr/>
          </p:nvSpPr>
          <p:spPr>
            <a:xfrm>
              <a:off x="6551407" y="9530263"/>
              <a:ext cx="152875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saveUserHos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User_hos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D1542449-5CC9-8360-0813-432E6221AD96}"/>
                </a:ext>
              </a:extLst>
            </p:cNvPr>
            <p:cNvSpPr txBox="1"/>
            <p:nvPr/>
          </p:nvSpPr>
          <p:spPr>
            <a:xfrm>
              <a:off x="6677100" y="10560101"/>
              <a:ext cx="117320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saveSuccess</a:t>
              </a:r>
              <a:endParaRPr lang="zh-TW" altLang="en-US" sz="1575" dirty="0"/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40C7957B-64C7-8159-B1B3-EF79F9D116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447" y="11130363"/>
              <a:ext cx="4636698" cy="12437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ECB029A7-5E05-2E14-F751-1D58B0E11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30" y="8808957"/>
              <a:ext cx="10960220" cy="0"/>
            </a:xfrm>
            <a:prstGeom prst="straightConnector1">
              <a:avLst/>
            </a:prstGeom>
            <a:ln w="381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B45FBAF7-5F07-BB32-FC95-81003D239145}"/>
                </a:ext>
              </a:extLst>
            </p:cNvPr>
            <p:cNvSpPr txBox="1"/>
            <p:nvPr/>
          </p:nvSpPr>
          <p:spPr>
            <a:xfrm>
              <a:off x="938906" y="8939106"/>
              <a:ext cx="76335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25" dirty="0"/>
                <a:t>[select=2]</a:t>
              </a:r>
              <a:endParaRPr lang="zh-TW" altLang="en-US" sz="1125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92CED99-32F3-420F-0DCD-2EB26AB68D8B}"/>
                </a:ext>
              </a:extLst>
            </p:cNvPr>
            <p:cNvSpPr/>
            <p:nvPr/>
          </p:nvSpPr>
          <p:spPr>
            <a:xfrm>
              <a:off x="1683008" y="4408472"/>
              <a:ext cx="158123" cy="76691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15FAF641-A5F7-82F8-25E2-983732D7CDEF}"/>
                </a:ext>
              </a:extLst>
            </p:cNvPr>
            <p:cNvSpPr/>
            <p:nvPr/>
          </p:nvSpPr>
          <p:spPr>
            <a:xfrm>
              <a:off x="1348020" y="3804987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Dr.wApp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AC63A31-38FF-0353-E69A-E5448D9428B6}"/>
                </a:ext>
              </a:extLst>
            </p:cNvPr>
            <p:cNvSpPr/>
            <p:nvPr/>
          </p:nvSpPr>
          <p:spPr>
            <a:xfrm>
              <a:off x="2955683" y="4269163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HospitalUI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42371E7-837E-2784-72AB-6F75F07A6263}"/>
                </a:ext>
              </a:extLst>
            </p:cNvPr>
            <p:cNvSpPr/>
            <p:nvPr/>
          </p:nvSpPr>
          <p:spPr>
            <a:xfrm>
              <a:off x="4785021" y="4811846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:Hospital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C6BF043-EB24-B0A3-1A7F-60F9D1DFBDDC}"/>
                </a:ext>
              </a:extLst>
            </p:cNvPr>
            <p:cNvSpPr/>
            <p:nvPr/>
          </p:nvSpPr>
          <p:spPr>
            <a:xfrm>
              <a:off x="9610749" y="4838019"/>
              <a:ext cx="1250526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HospitalDB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0B5E1DCE-3E55-5219-769F-81F07C920867}"/>
                </a:ext>
              </a:extLst>
            </p:cNvPr>
            <p:cNvSpPr txBox="1"/>
            <p:nvPr/>
          </p:nvSpPr>
          <p:spPr>
            <a:xfrm>
              <a:off x="3822012" y="10689578"/>
              <a:ext cx="1370696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keepComplete</a:t>
              </a:r>
              <a:endParaRPr lang="zh-TW" altLang="en-US" sz="1575" dirty="0"/>
            </a:p>
          </p:txBody>
        </p: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9C08C31-4DB8-7CEC-AE9D-E0D5B03DF238}"/>
                </a:ext>
              </a:extLst>
            </p:cNvPr>
            <p:cNvCxnSpPr>
              <a:cxnSpLocks/>
            </p:cNvCxnSpPr>
            <p:nvPr/>
          </p:nvCxnSpPr>
          <p:spPr>
            <a:xfrm>
              <a:off x="10214048" y="5285733"/>
              <a:ext cx="0" cy="706559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DDBB313F-9711-2A51-6A45-70C9FBC7E6A9}"/>
                </a:ext>
              </a:extLst>
            </p:cNvPr>
            <p:cNvSpPr txBox="1"/>
            <p:nvPr/>
          </p:nvSpPr>
          <p:spPr>
            <a:xfrm>
              <a:off x="7948183" y="10047767"/>
              <a:ext cx="165558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75" dirty="0" err="1"/>
                <a:t>save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UserHos</a:t>
              </a:r>
              <a:r>
                <a:rPr lang="en-US" altLang="zh-TW" sz="1575" dirty="0" err="1"/>
                <a:t>Rec</a:t>
              </a:r>
              <a:endParaRPr lang="en-US" altLang="zh-TW" sz="1575" dirty="0"/>
            </a:p>
            <a:p>
              <a:pPr algn="ctr"/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User_hos</a:t>
              </a:r>
              <a:r>
                <a:rPr lang="en-US" altLang="zh-TW" sz="1575" dirty="0" err="1"/>
                <a:t>Rec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8CCD2DD9-226E-3150-6982-3BCDEC9BC6C1}"/>
                </a:ext>
              </a:extLst>
            </p:cNvPr>
            <p:cNvCxnSpPr>
              <a:cxnSpLocks/>
            </p:cNvCxnSpPr>
            <p:nvPr/>
          </p:nvCxnSpPr>
          <p:spPr>
            <a:xfrm>
              <a:off x="3600999" y="5117172"/>
              <a:ext cx="115594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DB9DFC2F-5BF7-0407-BD36-8B066A48E60D}"/>
                </a:ext>
              </a:extLst>
            </p:cNvPr>
            <p:cNvSpPr txBox="1"/>
            <p:nvPr/>
          </p:nvSpPr>
          <p:spPr>
            <a:xfrm>
              <a:off x="701252" y="4246563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run()</a:t>
              </a:r>
              <a:endParaRPr lang="zh-TW" altLang="en-US" dirty="0"/>
            </a:p>
          </p:txBody>
        </p:sp>
        <p:cxnSp>
          <p:nvCxnSpPr>
            <p:cNvPr id="72" name="直線單箭頭接點 71">
              <a:extLst>
                <a:ext uri="{FF2B5EF4-FFF2-40B4-BE49-F238E27FC236}">
                  <a16:creationId xmlns:a16="http://schemas.microsoft.com/office/drawing/2014/main" id="{40A51891-E559-F5B8-B55A-FC7C3846DAE0}"/>
                </a:ext>
              </a:extLst>
            </p:cNvPr>
            <p:cNvCxnSpPr>
              <a:cxnSpLocks/>
            </p:cNvCxnSpPr>
            <p:nvPr/>
          </p:nvCxnSpPr>
          <p:spPr>
            <a:xfrm>
              <a:off x="479974" y="4597177"/>
              <a:ext cx="12127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60965C9E-C945-4065-A5CA-2BA8160200D7}"/>
                </a:ext>
              </a:extLst>
            </p:cNvPr>
            <p:cNvSpPr txBox="1"/>
            <p:nvPr/>
          </p:nvSpPr>
          <p:spPr>
            <a:xfrm>
              <a:off x="498067" y="3851471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B1B9961D-D367-4FDC-0930-87F9BBE08F8F}"/>
                </a:ext>
              </a:extLst>
            </p:cNvPr>
            <p:cNvCxnSpPr/>
            <p:nvPr/>
          </p:nvCxnSpPr>
          <p:spPr>
            <a:xfrm>
              <a:off x="1808788" y="4615895"/>
              <a:ext cx="1154278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AF5F745D-47BD-D4E9-ACE2-6F5561662992}"/>
                </a:ext>
              </a:extLst>
            </p:cNvPr>
            <p:cNvSpPr txBox="1"/>
            <p:nvPr/>
          </p:nvSpPr>
          <p:spPr>
            <a:xfrm>
              <a:off x="2000661" y="4277121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985ACEF8-855F-53EB-21AB-F660419A2EF6}"/>
                </a:ext>
              </a:extLst>
            </p:cNvPr>
            <p:cNvCxnSpPr>
              <a:cxnSpLocks/>
            </p:cNvCxnSpPr>
            <p:nvPr/>
          </p:nvCxnSpPr>
          <p:spPr>
            <a:xfrm>
              <a:off x="466521" y="4182309"/>
              <a:ext cx="893098" cy="0"/>
            </a:xfrm>
            <a:prstGeom prst="straightConnector1">
              <a:avLst/>
            </a:prstGeom>
            <a:ln w="38100">
              <a:prstDash val="dash"/>
              <a:headEnd w="lg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64370FA-3DF7-C331-0FF5-FED19B74579C}"/>
                </a:ext>
              </a:extLst>
            </p:cNvPr>
            <p:cNvSpPr txBox="1"/>
            <p:nvPr/>
          </p:nvSpPr>
          <p:spPr>
            <a:xfrm>
              <a:off x="3793826" y="4792984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25F63109-FC98-112B-8C37-8540F8813E77}"/>
                </a:ext>
              </a:extLst>
            </p:cNvPr>
            <p:cNvCxnSpPr>
              <a:cxnSpLocks/>
            </p:cNvCxnSpPr>
            <p:nvPr/>
          </p:nvCxnSpPr>
          <p:spPr>
            <a:xfrm>
              <a:off x="7942896" y="10693059"/>
              <a:ext cx="12513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線單箭頭接點 78">
              <a:extLst>
                <a:ext uri="{FF2B5EF4-FFF2-40B4-BE49-F238E27FC236}">
                  <a16:creationId xmlns:a16="http://schemas.microsoft.com/office/drawing/2014/main" id="{963A8822-16BE-15CA-0101-71B7540145F6}"/>
                </a:ext>
              </a:extLst>
            </p:cNvPr>
            <p:cNvCxnSpPr>
              <a:cxnSpLocks/>
            </p:cNvCxnSpPr>
            <p:nvPr/>
          </p:nvCxnSpPr>
          <p:spPr>
            <a:xfrm>
              <a:off x="3492427" y="6210560"/>
              <a:ext cx="182138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3935254F-91AA-2883-0F96-7BBC33E9830E}"/>
                </a:ext>
              </a:extLst>
            </p:cNvPr>
            <p:cNvSpPr txBox="1"/>
            <p:nvPr/>
          </p:nvSpPr>
          <p:spPr>
            <a:xfrm>
              <a:off x="4035812" y="7769705"/>
              <a:ext cx="124663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hosiptal</a:t>
              </a:r>
              <a:endParaRPr lang="zh-TW" altLang="en-US" sz="1575" dirty="0"/>
            </a:p>
          </p:txBody>
        </p: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93F06E0D-3397-1651-C8A5-97420D011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731" y="8157733"/>
              <a:ext cx="170208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210F53E7-5854-E34E-D65E-413CA6E420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3515" y="8355712"/>
              <a:ext cx="1597307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C477CE9E-2091-E754-565C-24E87416B281}"/>
                </a:ext>
              </a:extLst>
            </p:cNvPr>
            <p:cNvSpPr txBox="1"/>
            <p:nvPr/>
          </p:nvSpPr>
          <p:spPr>
            <a:xfrm>
              <a:off x="1974279" y="7990380"/>
              <a:ext cx="1512145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searchComplete</a:t>
              </a:r>
              <a:endParaRPr lang="zh-TW" altLang="en-US" sz="1575" dirty="0"/>
            </a:p>
          </p:txBody>
        </p: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52EF6032-B7C9-912C-9A19-26540ED5B6CC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88" y="6065228"/>
              <a:ext cx="16266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0AD2AE33-A828-FA7D-47BE-22308688BCA4}"/>
                </a:ext>
              </a:extLst>
            </p:cNvPr>
            <p:cNvSpPr/>
            <p:nvPr/>
          </p:nvSpPr>
          <p:spPr>
            <a:xfrm>
              <a:off x="3482807" y="5935196"/>
              <a:ext cx="149820" cy="265179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EBE458FE-2F11-19D9-99CD-8E7B6B692F22}"/>
                </a:ext>
              </a:extLst>
            </p:cNvPr>
            <p:cNvSpPr/>
            <p:nvPr/>
          </p:nvSpPr>
          <p:spPr>
            <a:xfrm>
              <a:off x="7914029" y="9795622"/>
              <a:ext cx="115558" cy="14628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4C99D9A-7C29-CAE7-C8C5-1835C66FB68A}"/>
                </a:ext>
              </a:extLst>
            </p:cNvPr>
            <p:cNvSpPr/>
            <p:nvPr/>
          </p:nvSpPr>
          <p:spPr>
            <a:xfrm>
              <a:off x="7362907" y="4814671"/>
              <a:ext cx="1139840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UserHos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69442E7F-D588-274F-DC94-18D7259F3395}"/>
                </a:ext>
              </a:extLst>
            </p:cNvPr>
            <p:cNvSpPr/>
            <p:nvPr/>
          </p:nvSpPr>
          <p:spPr>
            <a:xfrm>
              <a:off x="5958705" y="4269163"/>
              <a:ext cx="1243128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UserHosUI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9" name="直線單箭頭接點 88">
              <a:extLst>
                <a:ext uri="{FF2B5EF4-FFF2-40B4-BE49-F238E27FC236}">
                  <a16:creationId xmlns:a16="http://schemas.microsoft.com/office/drawing/2014/main" id="{B8841FBE-DA9E-B94B-DB07-0E5EA6DAB8F7}"/>
                </a:ext>
              </a:extLst>
            </p:cNvPr>
            <p:cNvCxnSpPr>
              <a:cxnSpLocks/>
            </p:cNvCxnSpPr>
            <p:nvPr/>
          </p:nvCxnSpPr>
          <p:spPr>
            <a:xfrm>
              <a:off x="5391631" y="7506953"/>
              <a:ext cx="48224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F9AC35A3-2C9E-AC21-A19F-24A9BA08743B}"/>
                </a:ext>
              </a:extLst>
            </p:cNvPr>
            <p:cNvSpPr txBox="1"/>
            <p:nvPr/>
          </p:nvSpPr>
          <p:spPr>
            <a:xfrm>
              <a:off x="6657351" y="7138030"/>
              <a:ext cx="3477865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75" dirty="0" err="1"/>
                <a:t>getHospitalRec</a:t>
              </a:r>
              <a:r>
                <a:rPr lang="en-US" altLang="zh-TW" sz="1575" dirty="0"/>
                <a:t>(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city,district,department</a:t>
              </a:r>
              <a:r>
                <a:rPr lang="en-US" altLang="zh-TW" sz="1575" dirty="0"/>
                <a:t>)</a:t>
              </a:r>
              <a:endParaRPr lang="zh-TW" altLang="en-US" sz="1575" dirty="0"/>
            </a:p>
          </p:txBody>
        </p:sp>
        <p:cxnSp>
          <p:nvCxnSpPr>
            <p:cNvPr id="91" name="直線單箭頭接點 90">
              <a:extLst>
                <a:ext uri="{FF2B5EF4-FFF2-40B4-BE49-F238E27FC236}">
                  <a16:creationId xmlns:a16="http://schemas.microsoft.com/office/drawing/2014/main" id="{A0E652BC-4C40-3028-2546-76D72F92FBD6}"/>
                </a:ext>
              </a:extLst>
            </p:cNvPr>
            <p:cNvCxnSpPr>
              <a:cxnSpLocks/>
            </p:cNvCxnSpPr>
            <p:nvPr/>
          </p:nvCxnSpPr>
          <p:spPr>
            <a:xfrm>
              <a:off x="6587865" y="9252688"/>
              <a:ext cx="134496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9794D960-0609-1668-54E0-781820313A3C}"/>
                </a:ext>
              </a:extLst>
            </p:cNvPr>
            <p:cNvSpPr txBox="1"/>
            <p:nvPr/>
          </p:nvSpPr>
          <p:spPr>
            <a:xfrm>
              <a:off x="6844094" y="8910027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582185F5-A84C-7A05-CF0F-02955FA04762}"/>
                </a:ext>
              </a:extLst>
            </p:cNvPr>
            <p:cNvSpPr/>
            <p:nvPr/>
          </p:nvSpPr>
          <p:spPr>
            <a:xfrm>
              <a:off x="6436936" y="8980059"/>
              <a:ext cx="163559" cy="404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6756A4A0-EF1D-E5B6-3AAF-71265646723A}"/>
                </a:ext>
              </a:extLst>
            </p:cNvPr>
            <p:cNvSpPr/>
            <p:nvPr/>
          </p:nvSpPr>
          <p:spPr>
            <a:xfrm>
              <a:off x="6449345" y="9552139"/>
              <a:ext cx="137107" cy="1856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A3DF620-762C-A35F-0283-A07ECA688B49}"/>
                </a:ext>
              </a:extLst>
            </p:cNvPr>
            <p:cNvSpPr/>
            <p:nvPr/>
          </p:nvSpPr>
          <p:spPr>
            <a:xfrm>
              <a:off x="3460325" y="4901037"/>
              <a:ext cx="169941" cy="3816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96" name="直線單箭頭接點 95">
              <a:extLst>
                <a:ext uri="{FF2B5EF4-FFF2-40B4-BE49-F238E27FC236}">
                  <a16:creationId xmlns:a16="http://schemas.microsoft.com/office/drawing/2014/main" id="{B1097145-FA58-0A77-2EE3-D39ACE1DE383}"/>
                </a:ext>
              </a:extLst>
            </p:cNvPr>
            <p:cNvCxnSpPr>
              <a:cxnSpLocks/>
            </p:cNvCxnSpPr>
            <p:nvPr/>
          </p:nvCxnSpPr>
          <p:spPr>
            <a:xfrm>
              <a:off x="1795688" y="9150115"/>
              <a:ext cx="4665361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893C91DA-F0BF-7B64-43C3-886EF0B67306}"/>
                </a:ext>
              </a:extLst>
            </p:cNvPr>
            <p:cNvSpPr txBox="1"/>
            <p:nvPr/>
          </p:nvSpPr>
          <p:spPr>
            <a:xfrm>
              <a:off x="4008904" y="8813172"/>
              <a:ext cx="820738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/>
                <a:t>create()</a:t>
              </a:r>
              <a:endParaRPr lang="zh-TW" altLang="en-US" sz="1575" dirty="0"/>
            </a:p>
          </p:txBody>
        </p:sp>
        <p:cxnSp>
          <p:nvCxnSpPr>
            <p:cNvPr id="98" name="直線單箭頭接點 97">
              <a:extLst>
                <a:ext uri="{FF2B5EF4-FFF2-40B4-BE49-F238E27FC236}">
                  <a16:creationId xmlns:a16="http://schemas.microsoft.com/office/drawing/2014/main" id="{226660DD-D3CE-09A1-44CC-1BEB9F9B17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6539" y="10965981"/>
              <a:ext cx="1277816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CCB95F0-F357-18BC-716B-A0D14ED634BE}"/>
                </a:ext>
              </a:extLst>
            </p:cNvPr>
            <p:cNvSpPr/>
            <p:nvPr/>
          </p:nvSpPr>
          <p:spPr>
            <a:xfrm>
              <a:off x="10589781" y="4213173"/>
              <a:ext cx="1444325" cy="48275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GoogleMaps</a:t>
              </a:r>
              <a:endParaRPr lang="en-US" altLang="zh-TW" sz="1575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API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C0C3705A-978F-360D-2FB7-00CC78E6F16A}"/>
                </a:ext>
              </a:extLst>
            </p:cNvPr>
            <p:cNvCxnSpPr>
              <a:cxnSpLocks/>
            </p:cNvCxnSpPr>
            <p:nvPr/>
          </p:nvCxnSpPr>
          <p:spPr>
            <a:xfrm>
              <a:off x="11260093" y="4707046"/>
              <a:ext cx="20115" cy="760976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>
              <a:extLst>
                <a:ext uri="{FF2B5EF4-FFF2-40B4-BE49-F238E27FC236}">
                  <a16:creationId xmlns:a16="http://schemas.microsoft.com/office/drawing/2014/main" id="{4BFAD469-E123-F035-F3B3-7FD30BE4F8B4}"/>
                </a:ext>
              </a:extLst>
            </p:cNvPr>
            <p:cNvCxnSpPr>
              <a:cxnSpLocks/>
            </p:cNvCxnSpPr>
            <p:nvPr/>
          </p:nvCxnSpPr>
          <p:spPr>
            <a:xfrm>
              <a:off x="5425151" y="6497655"/>
              <a:ext cx="583494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7CEB263-0379-5D4F-3933-78E6F6214A0F}"/>
                </a:ext>
              </a:extLst>
            </p:cNvPr>
            <p:cNvSpPr/>
            <p:nvPr/>
          </p:nvSpPr>
          <p:spPr>
            <a:xfrm>
              <a:off x="5298588" y="6025592"/>
              <a:ext cx="131505" cy="24422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cxnSp>
          <p:nvCxnSpPr>
            <p:cNvPr id="103" name="直線單箭頭接點 102">
              <a:extLst>
                <a:ext uri="{FF2B5EF4-FFF2-40B4-BE49-F238E27FC236}">
                  <a16:creationId xmlns:a16="http://schemas.microsoft.com/office/drawing/2014/main" id="{061113BA-9D08-55F6-413E-E00D0149C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0093" y="6925885"/>
              <a:ext cx="5830000" cy="24511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2B9B1475-4253-DE5B-25B4-EC186907DE11}"/>
                </a:ext>
              </a:extLst>
            </p:cNvPr>
            <p:cNvSpPr txBox="1"/>
            <p:nvPr/>
          </p:nvSpPr>
          <p:spPr>
            <a:xfrm>
              <a:off x="7914846" y="6116936"/>
              <a:ext cx="12950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75" dirty="0" err="1"/>
                <a:t>get</a:t>
              </a:r>
              <a:r>
                <a:rPr lang="en-US" altLang="zh-TW" sz="1600" dirty="0" err="1"/>
                <a:t>Hospital</a:t>
              </a:r>
              <a:r>
                <a:rPr lang="en-US" altLang="zh-TW" sz="1600" dirty="0"/>
                <a:t> 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E7C45AAE-9709-4FC1-4F96-891A4FE2E1F5}"/>
                </a:ext>
              </a:extLst>
            </p:cNvPr>
            <p:cNvSpPr txBox="1"/>
            <p:nvPr/>
          </p:nvSpPr>
          <p:spPr>
            <a:xfrm>
              <a:off x="8079842" y="6587131"/>
              <a:ext cx="8458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/>
                <a:t>hospital</a:t>
              </a:r>
              <a:endParaRPr lang="zh-TW" altLang="en-US" sz="1575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F474911C-26CD-D137-21A5-2FF915EB5277}"/>
                </a:ext>
              </a:extLst>
            </p:cNvPr>
            <p:cNvSpPr/>
            <p:nvPr/>
          </p:nvSpPr>
          <p:spPr>
            <a:xfrm>
              <a:off x="8504830" y="4214981"/>
              <a:ext cx="1355676" cy="4589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575" dirty="0">
                  <a:solidFill>
                    <a:sysClr val="windowText" lastClr="000000"/>
                  </a:solidFill>
                </a:rPr>
                <a:t>: </a:t>
              </a:r>
              <a:r>
                <a:rPr lang="en-US" altLang="zh-TW" sz="1575" dirty="0" err="1">
                  <a:solidFill>
                    <a:sysClr val="windowText" lastClr="000000"/>
                  </a:solidFill>
                </a:rPr>
                <a:t>UserHosDB</a:t>
              </a:r>
              <a:endParaRPr lang="zh-TW" altLang="en-US" sz="1575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DA13AFC2-E37E-E4D7-F869-5E717CD700B5}"/>
                </a:ext>
              </a:extLst>
            </p:cNvPr>
            <p:cNvCxnSpPr>
              <a:cxnSpLocks/>
            </p:cNvCxnSpPr>
            <p:nvPr/>
          </p:nvCxnSpPr>
          <p:spPr>
            <a:xfrm>
              <a:off x="9172166" y="4691168"/>
              <a:ext cx="0" cy="766016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>
              <a:extLst>
                <a:ext uri="{FF2B5EF4-FFF2-40B4-BE49-F238E27FC236}">
                  <a16:creationId xmlns:a16="http://schemas.microsoft.com/office/drawing/2014/main" id="{4369D792-A0BD-D15E-84F6-594E2DE41F04}"/>
                </a:ext>
              </a:extLst>
            </p:cNvPr>
            <p:cNvCxnSpPr>
              <a:cxnSpLocks/>
            </p:cNvCxnSpPr>
            <p:nvPr/>
          </p:nvCxnSpPr>
          <p:spPr>
            <a:xfrm>
              <a:off x="6587795" y="10107344"/>
              <a:ext cx="133233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8AFE9AD9-EFA3-0AB1-4B50-96201FD164A1}"/>
                </a:ext>
              </a:extLst>
            </p:cNvPr>
            <p:cNvSpPr txBox="1"/>
            <p:nvPr/>
          </p:nvSpPr>
          <p:spPr>
            <a:xfrm>
              <a:off x="1962936" y="5724071"/>
              <a:ext cx="142673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searchHospital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2DD6C10E-DE21-5F26-515A-0DFDFADBE2FF}"/>
                </a:ext>
              </a:extLst>
            </p:cNvPr>
            <p:cNvSpPr txBox="1"/>
            <p:nvPr/>
          </p:nvSpPr>
          <p:spPr>
            <a:xfrm>
              <a:off x="3778597" y="5862319"/>
              <a:ext cx="1426737" cy="334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63" dirty="0" err="1"/>
                <a:t>searchHospital</a:t>
              </a:r>
              <a:r>
                <a:rPr lang="en-US" altLang="zh-TW" sz="1575" dirty="0"/>
                <a:t>()</a:t>
              </a:r>
              <a:endParaRPr lang="zh-TW" altLang="en-US" sz="1575" dirty="0"/>
            </a:p>
          </p:txBody>
        </p:sp>
        <p:cxnSp>
          <p:nvCxnSpPr>
            <p:cNvPr id="111" name="直線單箭頭接點 110">
              <a:extLst>
                <a:ext uri="{FF2B5EF4-FFF2-40B4-BE49-F238E27FC236}">
                  <a16:creationId xmlns:a16="http://schemas.microsoft.com/office/drawing/2014/main" id="{D703BA87-F621-30ED-AD10-8AAD77AD5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4331" y="7940447"/>
              <a:ext cx="4809717" cy="5241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B3526793-EAA7-4FD4-DAEB-7FA96C44D446}"/>
                </a:ext>
              </a:extLst>
            </p:cNvPr>
            <p:cNvSpPr txBox="1"/>
            <p:nvPr/>
          </p:nvSpPr>
          <p:spPr>
            <a:xfrm>
              <a:off x="7558493" y="7562882"/>
              <a:ext cx="11435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err="1"/>
                <a:t>hospitalRec</a:t>
              </a:r>
              <a:endParaRPr lang="zh-TW" altLang="en-US" sz="1575" dirty="0"/>
            </a:p>
          </p:txBody>
        </p:sp>
      </p:grpSp>
    </p:spTree>
    <p:extLst>
      <p:ext uri="{BB962C8B-B14F-4D97-AF65-F5344CB8AC3E}">
        <p14:creationId xmlns:p14="http://schemas.microsoft.com/office/powerpoint/2010/main" val="113623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1160</TotalTime>
  <Words>795</Words>
  <Application>Microsoft Office PowerPoint</Application>
  <PresentationFormat>自訂</PresentationFormat>
  <Paragraphs>349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微軟正黑體</vt:lpstr>
      <vt:lpstr>Arial</vt:lpstr>
      <vt:lpstr>Calibri</vt:lpstr>
      <vt:lpstr>Calibri Light</vt:lpstr>
      <vt:lpstr>Office 2013 - 2022 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Yangjia Wang</dc:creator>
  <cp:lastModifiedBy>11046012_洪孟筠</cp:lastModifiedBy>
  <cp:revision>76</cp:revision>
  <dcterms:created xsi:type="dcterms:W3CDTF">2024-05-30T13:26:40Z</dcterms:created>
  <dcterms:modified xsi:type="dcterms:W3CDTF">2025-09-19T10:24:29Z</dcterms:modified>
</cp:coreProperties>
</file>