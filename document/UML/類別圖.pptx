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60" r:id="rId2"/>
    <p:sldId id="261" r:id="rId3"/>
  </p:sldIdLst>
  <p:sldSz cx="35999738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34" autoAdjust="0"/>
    <p:restoredTop sz="94660"/>
  </p:normalViewPr>
  <p:slideViewPr>
    <p:cSldViewPr snapToGrid="0">
      <p:cViewPr varScale="1">
        <p:scale>
          <a:sx n="17" d="100"/>
          <a:sy n="17" d="100"/>
        </p:scale>
        <p:origin x="189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5891626"/>
            <a:ext cx="30599777" cy="1253324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8908198"/>
            <a:ext cx="26999804" cy="869160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200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202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8974945"/>
            <a:ext cx="31049774" cy="14974888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4091502"/>
            <a:ext cx="31049774" cy="7874940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/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75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75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6082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9583264"/>
            <a:ext cx="15299889" cy="2284150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9583264"/>
            <a:ext cx="15299889" cy="2284150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511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916661"/>
            <a:ext cx="31049774" cy="695828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8824938"/>
            <a:ext cx="15229574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3149904"/>
            <a:ext cx="15229574" cy="1934152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8824938"/>
            <a:ext cx="15304578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3149904"/>
            <a:ext cx="15304578" cy="1934152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571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476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8550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5183304"/>
            <a:ext cx="18224867" cy="25583147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3856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5183304"/>
            <a:ext cx="18224867" cy="25583147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681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7573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916653"/>
            <a:ext cx="7762444" cy="3050811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916653"/>
            <a:ext cx="22837334" cy="3050811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6953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61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B30C9A-F68A-4816-989E-68BA7A4CE5CA}" type="datetimeFigureOut">
              <a:rPr lang="zh-TW" altLang="en-US" smtClean="0"/>
              <a:t>2025/9/20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32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5326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直線單箭頭接點 61"/>
          <p:cNvCxnSpPr>
            <a:cxnSpLocks/>
            <a:stCxn id="54" idx="3"/>
            <a:endCxn id="31" idx="1"/>
          </p:cNvCxnSpPr>
          <p:nvPr/>
        </p:nvCxnSpPr>
        <p:spPr>
          <a:xfrm>
            <a:off x="11868283" y="2839528"/>
            <a:ext cx="4997653" cy="584199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7811965" y="4215924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grpSp>
        <p:nvGrpSpPr>
          <p:cNvPr id="13" name="群組 12"/>
          <p:cNvGrpSpPr/>
          <p:nvPr/>
        </p:nvGrpSpPr>
        <p:grpSpPr>
          <a:xfrm>
            <a:off x="16865936" y="662620"/>
            <a:ext cx="3802605" cy="7618168"/>
            <a:chOff x="8241924" y="2496268"/>
            <a:chExt cx="3553690" cy="6436991"/>
          </a:xfrm>
        </p:grpSpPr>
        <p:grpSp>
          <p:nvGrpSpPr>
            <p:cNvPr id="28" name="群組 27"/>
            <p:cNvGrpSpPr/>
            <p:nvPr/>
          </p:nvGrpSpPr>
          <p:grpSpPr>
            <a:xfrm>
              <a:off x="8241924" y="2496268"/>
              <a:ext cx="3553690" cy="3917672"/>
              <a:chOff x="3512128" y="5115939"/>
              <a:chExt cx="2389909" cy="1177850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3512128" y="5340927"/>
                <a:ext cx="2389909" cy="95286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</a:t>
                </a:r>
                <a:r>
                  <a:rPr lang="zh-TW" altLang="en-US" sz="32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userId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:int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</a:t>
                </a:r>
                <a:r>
                  <a:rPr lang="zh-TW" altLang="en-US" sz="32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name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</a:t>
                </a:r>
                <a:r>
                  <a:rPr lang="zh-TW" altLang="en-US" sz="32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birthday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gender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email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password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picture :file</a:t>
                </a: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3512128" y="5115939"/>
                <a:ext cx="2389909" cy="22768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User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矩形 22"/>
            <p:cNvSpPr/>
            <p:nvPr/>
          </p:nvSpPr>
          <p:spPr>
            <a:xfrm>
              <a:off x="8241924" y="6413958"/>
              <a:ext cx="3553690" cy="251930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inputUser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checkItem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creatUser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saveUserRec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modifyUser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25087793" y="20421794"/>
            <a:ext cx="4079422" cy="3125183"/>
            <a:chOff x="15960438" y="1169706"/>
            <a:chExt cx="3553690" cy="2903361"/>
          </a:xfrm>
        </p:grpSpPr>
        <p:grpSp>
          <p:nvGrpSpPr>
            <p:cNvPr id="25" name="群組 24"/>
            <p:cNvGrpSpPr/>
            <p:nvPr/>
          </p:nvGrpSpPr>
          <p:grpSpPr>
            <a:xfrm>
              <a:off x="15960438" y="1169706"/>
              <a:ext cx="3553690" cy="1274458"/>
              <a:chOff x="3512128" y="4709251"/>
              <a:chExt cx="2389909" cy="967822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3512128" y="5340928"/>
                <a:ext cx="2389909" cy="33614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3512128" y="4709251"/>
                <a:ext cx="2389909" cy="64240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CallsDB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9" name="矩形 28"/>
            <p:cNvSpPr/>
            <p:nvPr/>
          </p:nvSpPr>
          <p:spPr>
            <a:xfrm>
              <a:off x="15960438" y="2441243"/>
              <a:ext cx="3553690" cy="163182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getCallsRec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:map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saveCallsRec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deleteCallsRec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1381180" y="6155593"/>
            <a:ext cx="3553690" cy="2407394"/>
            <a:chOff x="15960438" y="988977"/>
            <a:chExt cx="3553690" cy="2407394"/>
          </a:xfrm>
        </p:grpSpPr>
        <p:grpSp>
          <p:nvGrpSpPr>
            <p:cNvPr id="46" name="群組 45"/>
            <p:cNvGrpSpPr/>
            <p:nvPr/>
          </p:nvGrpSpPr>
          <p:grpSpPr>
            <a:xfrm>
              <a:off x="15960438" y="988977"/>
              <a:ext cx="3553690" cy="1455196"/>
              <a:chOff x="3512128" y="4572000"/>
              <a:chExt cx="2389909" cy="1105073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3512128" y="5340928"/>
                <a:ext cx="2389909" cy="33614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3512128" y="4572000"/>
                <a:ext cx="2389909" cy="76892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Dr.wApp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" name="矩形 46"/>
            <p:cNvSpPr/>
            <p:nvPr/>
          </p:nvSpPr>
          <p:spPr>
            <a:xfrm>
              <a:off x="15960438" y="2441243"/>
              <a:ext cx="3553690" cy="9551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zh-TW" altLang="en-US" sz="3200" dirty="0">
                  <a:solidFill>
                    <a:schemeClr val="tx1"/>
                  </a:solidFill>
                </a:rPr>
                <a:t> </a:t>
              </a:r>
              <a:r>
                <a:rPr lang="en-US" altLang="zh-TW" sz="3200" dirty="0">
                  <a:solidFill>
                    <a:schemeClr val="tx1"/>
                  </a:solidFill>
                </a:rPr>
                <a:t>run() :void</a:t>
              </a: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8314593" y="2391389"/>
            <a:ext cx="3553690" cy="3360778"/>
            <a:chOff x="8241924" y="2348340"/>
            <a:chExt cx="3553690" cy="3360778"/>
          </a:xfrm>
        </p:grpSpPr>
        <p:grpSp>
          <p:nvGrpSpPr>
            <p:cNvPr id="51" name="群組 50"/>
            <p:cNvGrpSpPr/>
            <p:nvPr/>
          </p:nvGrpSpPr>
          <p:grpSpPr>
            <a:xfrm>
              <a:off x="8241924" y="2348340"/>
              <a:ext cx="3553690" cy="1457833"/>
              <a:chOff x="3512128" y="5071461"/>
              <a:chExt cx="2389909" cy="438298"/>
            </a:xfrm>
          </p:grpSpPr>
          <p:sp>
            <p:nvSpPr>
              <p:cNvPr id="53" name="矩形 52"/>
              <p:cNvSpPr/>
              <p:nvPr/>
            </p:nvSpPr>
            <p:spPr>
              <a:xfrm>
                <a:off x="3512128" y="5340927"/>
                <a:ext cx="2389909" cy="16883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512128" y="5071461"/>
                <a:ext cx="2389909" cy="26946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UserUI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2" name="矩形 51"/>
            <p:cNvSpPr/>
            <p:nvPr/>
          </p:nvSpPr>
          <p:spPr>
            <a:xfrm>
              <a:off x="8241924" y="3806174"/>
              <a:ext cx="3553690" cy="190294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inputUser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creatUser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modifyUser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</p:txBody>
        </p:sp>
      </p:grpSp>
      <p:cxnSp>
        <p:nvCxnSpPr>
          <p:cNvPr id="20" name="直線單箭頭接點 19"/>
          <p:cNvCxnSpPr>
            <a:cxnSpLocks/>
            <a:stCxn id="49" idx="3"/>
            <a:endCxn id="52" idx="1"/>
          </p:cNvCxnSpPr>
          <p:nvPr/>
        </p:nvCxnSpPr>
        <p:spPr>
          <a:xfrm flipV="1">
            <a:off x="4934870" y="4800695"/>
            <a:ext cx="3379723" cy="1861172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文字方塊 54"/>
          <p:cNvSpPr txBox="1"/>
          <p:nvPr/>
        </p:nvSpPr>
        <p:spPr>
          <a:xfrm>
            <a:off x="16425258" y="2680013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24535995" y="2541219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5391021" y="5097828"/>
            <a:ext cx="1333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/>
              <a:t>userUI</a:t>
            </a:r>
            <a:endParaRPr lang="zh-TW" altLang="en-US" sz="32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3808888" y="2394346"/>
            <a:ext cx="1116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user</a:t>
            </a:r>
            <a:endParaRPr lang="zh-TW" altLang="en-US" sz="32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21870958" y="2543796"/>
            <a:ext cx="14626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>
                <a:solidFill>
                  <a:schemeClr val="tx1"/>
                </a:solidFill>
              </a:rPr>
              <a:t>User</a:t>
            </a:r>
            <a:r>
              <a:rPr lang="en-US" altLang="zh-TW" sz="3200" dirty="0" err="1"/>
              <a:t>DB</a:t>
            </a:r>
            <a:endParaRPr lang="zh-TW" altLang="en-US" sz="3200" dirty="0"/>
          </a:p>
        </p:txBody>
      </p:sp>
      <p:cxnSp>
        <p:nvCxnSpPr>
          <p:cNvPr id="66" name="直線單箭頭接點 65"/>
          <p:cNvCxnSpPr>
            <a:cxnSpLocks/>
            <a:stCxn id="31" idx="3"/>
            <a:endCxn id="6" idx="1"/>
          </p:cNvCxnSpPr>
          <p:nvPr/>
        </p:nvCxnSpPr>
        <p:spPr>
          <a:xfrm flipV="1">
            <a:off x="20668541" y="3145805"/>
            <a:ext cx="4367783" cy="277922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8FF794B2-C4E3-697A-C6EA-868985336B90}"/>
              </a:ext>
            </a:extLst>
          </p:cNvPr>
          <p:cNvGrpSpPr/>
          <p:nvPr/>
        </p:nvGrpSpPr>
        <p:grpSpPr>
          <a:xfrm>
            <a:off x="8314593" y="16472686"/>
            <a:ext cx="3553690" cy="3360778"/>
            <a:chOff x="8241924" y="2348340"/>
            <a:chExt cx="3553690" cy="3360778"/>
          </a:xfrm>
        </p:grpSpPr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EF2A4C47-1267-DD46-8BA0-29AC3165DD21}"/>
                </a:ext>
              </a:extLst>
            </p:cNvPr>
            <p:cNvGrpSpPr/>
            <p:nvPr/>
          </p:nvGrpSpPr>
          <p:grpSpPr>
            <a:xfrm>
              <a:off x="8241924" y="2348340"/>
              <a:ext cx="3553690" cy="1457833"/>
              <a:chOff x="3512128" y="5071461"/>
              <a:chExt cx="2389909" cy="438298"/>
            </a:xfrm>
          </p:grpSpPr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D7AA74D9-0F5C-60AF-A6F2-D2961A372779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6883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32B5AB9-EA16-BC8A-2B1C-10A854778E02}"/>
                  </a:ext>
                </a:extLst>
              </p:cNvPr>
              <p:cNvSpPr/>
              <p:nvPr/>
            </p:nvSpPr>
            <p:spPr>
              <a:xfrm>
                <a:off x="3512128" y="5071461"/>
                <a:ext cx="2389909" cy="26946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CallsUI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7ABAB45-F0D6-3426-1E32-0D6E983ED251}"/>
                </a:ext>
              </a:extLst>
            </p:cNvPr>
            <p:cNvSpPr/>
            <p:nvPr/>
          </p:nvSpPr>
          <p:spPr>
            <a:xfrm>
              <a:off x="8241924" y="3806174"/>
              <a:ext cx="3553690" cy="190294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creatCalls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deleteCalls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modifyCalls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B980A90B-896E-FFBC-2D10-D279A21F3B45}"/>
              </a:ext>
            </a:extLst>
          </p:cNvPr>
          <p:cNvGrpSpPr/>
          <p:nvPr/>
        </p:nvGrpSpPr>
        <p:grpSpPr>
          <a:xfrm>
            <a:off x="8385227" y="9943417"/>
            <a:ext cx="3974743" cy="3831798"/>
            <a:chOff x="8241924" y="2348340"/>
            <a:chExt cx="3553690" cy="3831798"/>
          </a:xfrm>
        </p:grpSpPr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628977C3-CFB0-9372-0481-C37FE0595A1D}"/>
                </a:ext>
              </a:extLst>
            </p:cNvPr>
            <p:cNvGrpSpPr/>
            <p:nvPr/>
          </p:nvGrpSpPr>
          <p:grpSpPr>
            <a:xfrm>
              <a:off x="8241924" y="2348340"/>
              <a:ext cx="3553690" cy="1457833"/>
              <a:chOff x="3512128" y="5071461"/>
              <a:chExt cx="2389909" cy="438298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BAABF0CD-C947-4F31-72A4-07B8D2F2B87F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6883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F01511F4-C304-BF19-3CD0-A06CAA9271EF}"/>
                  </a:ext>
                </a:extLst>
              </p:cNvPr>
              <p:cNvSpPr/>
              <p:nvPr/>
            </p:nvSpPr>
            <p:spPr>
              <a:xfrm>
                <a:off x="3512128" y="5071461"/>
                <a:ext cx="2389909" cy="26946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RecordUI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E658399B-3275-F372-0379-AD8ED79D5D5C}"/>
                </a:ext>
              </a:extLst>
            </p:cNvPr>
            <p:cNvSpPr/>
            <p:nvPr/>
          </p:nvSpPr>
          <p:spPr>
            <a:xfrm>
              <a:off x="8241924" y="3806174"/>
              <a:ext cx="3553690" cy="237396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showRecord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creatRecord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inputRecord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updateRecord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</p:txBody>
        </p:sp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FC72F633-2B0C-BF12-A6E0-14E6BF9E17AB}"/>
              </a:ext>
            </a:extLst>
          </p:cNvPr>
          <p:cNvGrpSpPr/>
          <p:nvPr/>
        </p:nvGrpSpPr>
        <p:grpSpPr>
          <a:xfrm>
            <a:off x="8385228" y="23107781"/>
            <a:ext cx="4162372" cy="2495267"/>
            <a:chOff x="8241924" y="2348340"/>
            <a:chExt cx="3553690" cy="2495267"/>
          </a:xfrm>
        </p:grpSpPr>
        <p:grpSp>
          <p:nvGrpSpPr>
            <p:cNvPr id="43" name="群組 42">
              <a:extLst>
                <a:ext uri="{FF2B5EF4-FFF2-40B4-BE49-F238E27FC236}">
                  <a16:creationId xmlns:a16="http://schemas.microsoft.com/office/drawing/2014/main" id="{77B22C56-F963-A54C-28D3-9CB6BD020913}"/>
                </a:ext>
              </a:extLst>
            </p:cNvPr>
            <p:cNvGrpSpPr/>
            <p:nvPr/>
          </p:nvGrpSpPr>
          <p:grpSpPr>
            <a:xfrm>
              <a:off x="8241924" y="2348340"/>
              <a:ext cx="3553690" cy="1457833"/>
              <a:chOff x="3512128" y="5071461"/>
              <a:chExt cx="2389909" cy="438298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1AD9A3C-D326-F0BC-9827-DFEE2E700E86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6883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F37A48CD-31AC-D710-397C-D9A6AE455647}"/>
                  </a:ext>
                </a:extLst>
              </p:cNvPr>
              <p:cNvSpPr/>
              <p:nvPr/>
            </p:nvSpPr>
            <p:spPr>
              <a:xfrm>
                <a:off x="3512128" y="5071461"/>
                <a:ext cx="2389909" cy="26946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HospitalUI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97B9DE22-2CB3-A338-36D9-EF15391C92C5}"/>
                </a:ext>
              </a:extLst>
            </p:cNvPr>
            <p:cNvSpPr/>
            <p:nvPr/>
          </p:nvSpPr>
          <p:spPr>
            <a:xfrm>
              <a:off x="8241924" y="3806174"/>
              <a:ext cx="3553690" cy="103743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searchHospital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</p:txBody>
        </p:sp>
      </p:grp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422E7B19-9CC6-58C5-A115-A87511A3EF8A}"/>
              </a:ext>
            </a:extLst>
          </p:cNvPr>
          <p:cNvGrpSpPr/>
          <p:nvPr/>
        </p:nvGrpSpPr>
        <p:grpSpPr>
          <a:xfrm>
            <a:off x="13201337" y="8614381"/>
            <a:ext cx="4164878" cy="9814273"/>
            <a:chOff x="8241924" y="2496267"/>
            <a:chExt cx="3553690" cy="5989214"/>
          </a:xfrm>
        </p:grpSpPr>
        <p:grpSp>
          <p:nvGrpSpPr>
            <p:cNvPr id="67" name="群組 66">
              <a:extLst>
                <a:ext uri="{FF2B5EF4-FFF2-40B4-BE49-F238E27FC236}">
                  <a16:creationId xmlns:a16="http://schemas.microsoft.com/office/drawing/2014/main" id="{957A8B63-30BB-1BDC-FFE3-29C1D95F6B4A}"/>
                </a:ext>
              </a:extLst>
            </p:cNvPr>
            <p:cNvGrpSpPr/>
            <p:nvPr/>
          </p:nvGrpSpPr>
          <p:grpSpPr>
            <a:xfrm>
              <a:off x="8241924" y="2496267"/>
              <a:ext cx="3553690" cy="4138596"/>
              <a:chOff x="3512128" y="5115939"/>
              <a:chExt cx="2389909" cy="1244271"/>
            </a:xfrm>
          </p:grpSpPr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BAFE6F84-E839-85C8-3C12-4950AB3C68EA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01928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recordId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:int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groupId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:int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-name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date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photo :file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type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oktime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caremode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ifcall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choosekind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recording :string</a:t>
                </a:r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18C032F0-FD2A-7AD8-45C0-B35671001DFA}"/>
                  </a:ext>
                </a:extLst>
              </p:cNvPr>
              <p:cNvSpPr/>
              <p:nvPr/>
            </p:nvSpPr>
            <p:spPr>
              <a:xfrm>
                <a:off x="3512128" y="5115939"/>
                <a:ext cx="2389909" cy="22768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Record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D7CF15C0-51DA-21AD-677A-776B6A692343}"/>
                </a:ext>
              </a:extLst>
            </p:cNvPr>
            <p:cNvSpPr/>
            <p:nvPr/>
          </p:nvSpPr>
          <p:spPr>
            <a:xfrm>
              <a:off x="8241924" y="6634865"/>
              <a:ext cx="3553690" cy="185061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showRecord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creatRecord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saveRecordRec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inputRecord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updateRecord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</p:txBody>
        </p:sp>
      </p:grp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E4B65F1E-3E66-9898-4988-0ED2C074E730}"/>
              </a:ext>
            </a:extLst>
          </p:cNvPr>
          <p:cNvGrpSpPr/>
          <p:nvPr/>
        </p:nvGrpSpPr>
        <p:grpSpPr>
          <a:xfrm>
            <a:off x="16865936" y="18439890"/>
            <a:ext cx="3915954" cy="6340912"/>
            <a:chOff x="8241924" y="2496269"/>
            <a:chExt cx="3553690" cy="5357770"/>
          </a:xfrm>
        </p:grpSpPr>
        <p:grpSp>
          <p:nvGrpSpPr>
            <p:cNvPr id="73" name="群組 72">
              <a:extLst>
                <a:ext uri="{FF2B5EF4-FFF2-40B4-BE49-F238E27FC236}">
                  <a16:creationId xmlns:a16="http://schemas.microsoft.com/office/drawing/2014/main" id="{254ED956-29ED-7B35-1919-E179F546E862}"/>
                </a:ext>
              </a:extLst>
            </p:cNvPr>
            <p:cNvGrpSpPr/>
            <p:nvPr/>
          </p:nvGrpSpPr>
          <p:grpSpPr>
            <a:xfrm>
              <a:off x="8241924" y="2496269"/>
              <a:ext cx="3553690" cy="2838465"/>
              <a:chOff x="3512128" y="5115940"/>
              <a:chExt cx="2389909" cy="853386"/>
            </a:xfrm>
          </p:grpSpPr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1FB8BA14-0D0C-104B-65AB-C575BECC956C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62839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callId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:int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day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time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freq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:string</a:t>
                </a:r>
              </a:p>
            </p:txBody>
          </p:sp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CD1AFC21-AAD6-9E17-89B0-1FE6F9B9444C}"/>
                  </a:ext>
                </a:extLst>
              </p:cNvPr>
              <p:cNvSpPr/>
              <p:nvPr/>
            </p:nvSpPr>
            <p:spPr>
              <a:xfrm>
                <a:off x="3512128" y="5115940"/>
                <a:ext cx="2389909" cy="22768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Calls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7E810ABF-B3D8-E684-FE88-87B769481F3B}"/>
                </a:ext>
              </a:extLst>
            </p:cNvPr>
            <p:cNvSpPr/>
            <p:nvPr/>
          </p:nvSpPr>
          <p:spPr>
            <a:xfrm>
              <a:off x="8241924" y="5334738"/>
              <a:ext cx="3553690" cy="251930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creatCalls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deleteCalls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saveCallsRec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modifyCalls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</p:txBody>
        </p:sp>
      </p:grp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D01A3B22-8073-0C65-AD4D-29F288554F71}"/>
              </a:ext>
            </a:extLst>
          </p:cNvPr>
          <p:cNvGrpSpPr/>
          <p:nvPr/>
        </p:nvGrpSpPr>
        <p:grpSpPr>
          <a:xfrm>
            <a:off x="16865937" y="25771614"/>
            <a:ext cx="4127252" cy="6254117"/>
            <a:chOff x="8241924" y="2496268"/>
            <a:chExt cx="3553690" cy="4666010"/>
          </a:xfrm>
        </p:grpSpPr>
        <p:grpSp>
          <p:nvGrpSpPr>
            <p:cNvPr id="78" name="群組 77">
              <a:extLst>
                <a:ext uri="{FF2B5EF4-FFF2-40B4-BE49-F238E27FC236}">
                  <a16:creationId xmlns:a16="http://schemas.microsoft.com/office/drawing/2014/main" id="{247216B1-878F-DF88-3C0E-3B19A5A78E9F}"/>
                </a:ext>
              </a:extLst>
            </p:cNvPr>
            <p:cNvGrpSpPr/>
            <p:nvPr/>
          </p:nvGrpSpPr>
          <p:grpSpPr>
            <a:xfrm>
              <a:off x="8241924" y="2496268"/>
              <a:ext cx="3553690" cy="3917672"/>
              <a:chOff x="3512128" y="5115939"/>
              <a:chExt cx="2389909" cy="1177850"/>
            </a:xfrm>
          </p:grpSpPr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02F56BC5-E450-9B32-64F4-2EE770134B73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95286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hospitalId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:int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name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city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district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department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address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phone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picture :file</a:t>
                </a:r>
              </a:p>
            </p:txBody>
          </p:sp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5DC8FAA2-605A-32ED-2AD5-6A3F155B646F}"/>
                  </a:ext>
                </a:extLst>
              </p:cNvPr>
              <p:cNvSpPr/>
              <p:nvPr/>
            </p:nvSpPr>
            <p:spPr>
              <a:xfrm>
                <a:off x="3512128" y="5115939"/>
                <a:ext cx="2389909" cy="22768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Hospital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31E2E975-ED6A-5DB2-831D-463B743F15EC}"/>
                </a:ext>
              </a:extLst>
            </p:cNvPr>
            <p:cNvSpPr/>
            <p:nvPr/>
          </p:nvSpPr>
          <p:spPr>
            <a:xfrm>
              <a:off x="8241924" y="6413958"/>
              <a:ext cx="3553690" cy="74832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searchHospital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</p:txBody>
        </p:sp>
      </p:grp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EEB21FCE-AE21-68B2-9589-147D01B01644}"/>
              </a:ext>
            </a:extLst>
          </p:cNvPr>
          <p:cNvGrpSpPr/>
          <p:nvPr/>
        </p:nvGrpSpPr>
        <p:grpSpPr>
          <a:xfrm>
            <a:off x="8385228" y="28113596"/>
            <a:ext cx="3553690" cy="2495267"/>
            <a:chOff x="8241924" y="2348340"/>
            <a:chExt cx="3553690" cy="2495267"/>
          </a:xfrm>
        </p:grpSpPr>
        <p:grpSp>
          <p:nvGrpSpPr>
            <p:cNvPr id="83" name="群組 82">
              <a:extLst>
                <a:ext uri="{FF2B5EF4-FFF2-40B4-BE49-F238E27FC236}">
                  <a16:creationId xmlns:a16="http://schemas.microsoft.com/office/drawing/2014/main" id="{EEF4A398-851B-DA29-745B-FF231AA0FCAB}"/>
                </a:ext>
              </a:extLst>
            </p:cNvPr>
            <p:cNvGrpSpPr/>
            <p:nvPr/>
          </p:nvGrpSpPr>
          <p:grpSpPr>
            <a:xfrm>
              <a:off x="8241924" y="2348340"/>
              <a:ext cx="3553690" cy="1457833"/>
              <a:chOff x="3512128" y="5071461"/>
              <a:chExt cx="2389909" cy="438298"/>
            </a:xfrm>
          </p:grpSpPr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B00A8EE4-282B-C4E0-06FC-3FB294C7591C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6883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5683B470-4CDE-5E76-8E32-74CF28F8A4F9}"/>
                  </a:ext>
                </a:extLst>
              </p:cNvPr>
              <p:cNvSpPr/>
              <p:nvPr/>
            </p:nvSpPr>
            <p:spPr>
              <a:xfrm>
                <a:off x="3512128" y="5071461"/>
                <a:ext cx="2389909" cy="26946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BoardUI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AD3FF88D-869E-BD55-AADC-264C60B5D19A}"/>
                </a:ext>
              </a:extLst>
            </p:cNvPr>
            <p:cNvSpPr/>
            <p:nvPr/>
          </p:nvSpPr>
          <p:spPr>
            <a:xfrm>
              <a:off x="8241924" y="3806174"/>
              <a:ext cx="3553690" cy="103743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strikeBoard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</p:txBody>
        </p:sp>
      </p:grp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9E853BBD-7396-2DD4-B9CD-E6F4303F839C}"/>
              </a:ext>
            </a:extLst>
          </p:cNvPr>
          <p:cNvGrpSpPr/>
          <p:nvPr/>
        </p:nvGrpSpPr>
        <p:grpSpPr>
          <a:xfrm>
            <a:off x="8385228" y="32410463"/>
            <a:ext cx="3535174" cy="2490208"/>
            <a:chOff x="8241923" y="2496264"/>
            <a:chExt cx="3553691" cy="1857871"/>
          </a:xfrm>
        </p:grpSpPr>
        <p:grpSp>
          <p:nvGrpSpPr>
            <p:cNvPr id="88" name="群組 87">
              <a:extLst>
                <a:ext uri="{FF2B5EF4-FFF2-40B4-BE49-F238E27FC236}">
                  <a16:creationId xmlns:a16="http://schemas.microsoft.com/office/drawing/2014/main" id="{D12B3DA8-5DA1-99F5-57D0-96D32F2837E1}"/>
                </a:ext>
              </a:extLst>
            </p:cNvPr>
            <p:cNvGrpSpPr/>
            <p:nvPr/>
          </p:nvGrpSpPr>
          <p:grpSpPr>
            <a:xfrm>
              <a:off x="8241924" y="2496264"/>
              <a:ext cx="3553690" cy="1166384"/>
              <a:chOff x="3512128" y="5115939"/>
              <a:chExt cx="2389909" cy="350674"/>
            </a:xfrm>
          </p:grpSpPr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D82D42DF-FC8C-CE07-F339-9DCFB24B1549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256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433C2400-7C18-5EF4-62BA-4530DDABC1B4}"/>
                  </a:ext>
                </a:extLst>
              </p:cNvPr>
              <p:cNvSpPr/>
              <p:nvPr/>
            </p:nvSpPr>
            <p:spPr>
              <a:xfrm>
                <a:off x="3512128" y="5115939"/>
                <a:ext cx="2389909" cy="22768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Board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20BFF3EC-9546-1E8A-B276-C25852B38EC7}"/>
                </a:ext>
              </a:extLst>
            </p:cNvPr>
            <p:cNvSpPr/>
            <p:nvPr/>
          </p:nvSpPr>
          <p:spPr>
            <a:xfrm>
              <a:off x="8241923" y="3659235"/>
              <a:ext cx="3553691" cy="6949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strikeBoard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</p:txBody>
        </p:sp>
      </p:grp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14007007-0FA9-9924-3706-D8AA43133643}"/>
              </a:ext>
            </a:extLst>
          </p:cNvPr>
          <p:cNvGrpSpPr/>
          <p:nvPr/>
        </p:nvGrpSpPr>
        <p:grpSpPr>
          <a:xfrm>
            <a:off x="16865937" y="33016543"/>
            <a:ext cx="3535174" cy="2490208"/>
            <a:chOff x="8241923" y="2496264"/>
            <a:chExt cx="3553691" cy="1857871"/>
          </a:xfrm>
        </p:grpSpPr>
        <p:grpSp>
          <p:nvGrpSpPr>
            <p:cNvPr id="93" name="群組 92">
              <a:extLst>
                <a:ext uri="{FF2B5EF4-FFF2-40B4-BE49-F238E27FC236}">
                  <a16:creationId xmlns:a16="http://schemas.microsoft.com/office/drawing/2014/main" id="{FB533F10-ECAE-5D6F-D160-770FBC859E55}"/>
                </a:ext>
              </a:extLst>
            </p:cNvPr>
            <p:cNvGrpSpPr/>
            <p:nvPr/>
          </p:nvGrpSpPr>
          <p:grpSpPr>
            <a:xfrm>
              <a:off x="8241924" y="2496264"/>
              <a:ext cx="3553690" cy="1166384"/>
              <a:chOff x="3512128" y="5115939"/>
              <a:chExt cx="2389909" cy="350674"/>
            </a:xfrm>
          </p:grpSpPr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90337A2E-BA7D-9FEE-011E-ABBCF1654903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256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C9F4FEA3-8C9C-3775-B6FC-DC36A2B741B5}"/>
                  </a:ext>
                </a:extLst>
              </p:cNvPr>
              <p:cNvSpPr/>
              <p:nvPr/>
            </p:nvSpPr>
            <p:spPr>
              <a:xfrm>
                <a:off x="3512128" y="5115939"/>
                <a:ext cx="2389909" cy="22768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Web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CC6BF471-AB49-DB92-3D29-1B9644773699}"/>
                </a:ext>
              </a:extLst>
            </p:cNvPr>
            <p:cNvSpPr/>
            <p:nvPr/>
          </p:nvSpPr>
          <p:spPr>
            <a:xfrm>
              <a:off x="8241923" y="3659235"/>
              <a:ext cx="3553691" cy="6949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runPath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</p:txBody>
        </p:sp>
      </p:grp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80CFF96D-C32A-7E0A-F84C-79E1488A4C4E}"/>
              </a:ext>
            </a:extLst>
          </p:cNvPr>
          <p:cNvGrpSpPr/>
          <p:nvPr/>
        </p:nvGrpSpPr>
        <p:grpSpPr>
          <a:xfrm>
            <a:off x="25006275" y="29363753"/>
            <a:ext cx="3535174" cy="2490219"/>
            <a:chOff x="8241923" y="2496256"/>
            <a:chExt cx="3553691" cy="1857879"/>
          </a:xfrm>
        </p:grpSpPr>
        <p:grpSp>
          <p:nvGrpSpPr>
            <p:cNvPr id="98" name="群組 97">
              <a:extLst>
                <a:ext uri="{FF2B5EF4-FFF2-40B4-BE49-F238E27FC236}">
                  <a16:creationId xmlns:a16="http://schemas.microsoft.com/office/drawing/2014/main" id="{DCFADFA1-0728-C819-5CBB-2B5CA952CF7B}"/>
                </a:ext>
              </a:extLst>
            </p:cNvPr>
            <p:cNvGrpSpPr/>
            <p:nvPr/>
          </p:nvGrpSpPr>
          <p:grpSpPr>
            <a:xfrm>
              <a:off x="8241924" y="2496256"/>
              <a:ext cx="3553690" cy="1166387"/>
              <a:chOff x="3512128" y="5115938"/>
              <a:chExt cx="2389909" cy="350675"/>
            </a:xfrm>
          </p:grpSpPr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078F092D-A772-B403-501B-897B71A10F1D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256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56DC7E04-EFFE-F8F4-A58E-E33D98CA261C}"/>
                  </a:ext>
                </a:extLst>
              </p:cNvPr>
              <p:cNvSpPr/>
              <p:nvPr/>
            </p:nvSpPr>
            <p:spPr>
              <a:xfrm>
                <a:off x="3512128" y="5115938"/>
                <a:ext cx="2389909" cy="22768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GoogleMapAPI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A5214765-EC42-8130-9A12-FEA3D0B4A93A}"/>
                </a:ext>
              </a:extLst>
            </p:cNvPr>
            <p:cNvSpPr/>
            <p:nvPr/>
          </p:nvSpPr>
          <p:spPr>
            <a:xfrm>
              <a:off x="8241923" y="3659235"/>
              <a:ext cx="3553691" cy="6949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getHospital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:map</a:t>
              </a:r>
            </a:p>
          </p:txBody>
        </p:sp>
      </p:grpSp>
      <p:grpSp>
        <p:nvGrpSpPr>
          <p:cNvPr id="102" name="群組 101">
            <a:extLst>
              <a:ext uri="{FF2B5EF4-FFF2-40B4-BE49-F238E27FC236}">
                <a16:creationId xmlns:a16="http://schemas.microsoft.com/office/drawing/2014/main" id="{EE7EC236-AEEF-4B52-86EB-A43F04298AB3}"/>
              </a:ext>
            </a:extLst>
          </p:cNvPr>
          <p:cNvGrpSpPr/>
          <p:nvPr/>
        </p:nvGrpSpPr>
        <p:grpSpPr>
          <a:xfrm>
            <a:off x="25036324" y="11872042"/>
            <a:ext cx="4033976" cy="2490208"/>
            <a:chOff x="8241922" y="2496264"/>
            <a:chExt cx="3553692" cy="1857871"/>
          </a:xfrm>
        </p:grpSpPr>
        <p:grpSp>
          <p:nvGrpSpPr>
            <p:cNvPr id="103" name="群組 102">
              <a:extLst>
                <a:ext uri="{FF2B5EF4-FFF2-40B4-BE49-F238E27FC236}">
                  <a16:creationId xmlns:a16="http://schemas.microsoft.com/office/drawing/2014/main" id="{89A6A33A-6008-FEB0-BF2A-5F553EA84F01}"/>
                </a:ext>
              </a:extLst>
            </p:cNvPr>
            <p:cNvGrpSpPr/>
            <p:nvPr/>
          </p:nvGrpSpPr>
          <p:grpSpPr>
            <a:xfrm>
              <a:off x="8241922" y="2496264"/>
              <a:ext cx="3553692" cy="1166384"/>
              <a:chOff x="3512128" y="5115939"/>
              <a:chExt cx="2389911" cy="350674"/>
            </a:xfrm>
          </p:grpSpPr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23B2A5DC-2BDA-4110-95DF-6ACB8A6426F7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256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40252BFB-723E-7736-100C-424B1F3F4B6A}"/>
                  </a:ext>
                </a:extLst>
              </p:cNvPr>
              <p:cNvSpPr/>
              <p:nvPr/>
            </p:nvSpPr>
            <p:spPr>
              <a:xfrm>
                <a:off x="3512130" y="5115939"/>
                <a:ext cx="2389909" cy="22768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GoogleAPI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8D7CE729-1CD7-9AB1-ED28-AE7FAB20A6E8}"/>
                </a:ext>
              </a:extLst>
            </p:cNvPr>
            <p:cNvSpPr/>
            <p:nvPr/>
          </p:nvSpPr>
          <p:spPr>
            <a:xfrm>
              <a:off x="8241923" y="3659235"/>
              <a:ext cx="3553691" cy="6949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getNewRecord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:map</a:t>
              </a:r>
            </a:p>
          </p:txBody>
        </p:sp>
      </p:grp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3B3012E2-BD0A-E82E-6E82-F7D2233C6321}"/>
              </a:ext>
            </a:extLst>
          </p:cNvPr>
          <p:cNvGrpSpPr/>
          <p:nvPr/>
        </p:nvGrpSpPr>
        <p:grpSpPr>
          <a:xfrm>
            <a:off x="25036324" y="15258230"/>
            <a:ext cx="4033975" cy="2490208"/>
            <a:chOff x="8241923" y="2496264"/>
            <a:chExt cx="3553691" cy="1857871"/>
          </a:xfrm>
        </p:grpSpPr>
        <p:grpSp>
          <p:nvGrpSpPr>
            <p:cNvPr id="108" name="群組 107">
              <a:extLst>
                <a:ext uri="{FF2B5EF4-FFF2-40B4-BE49-F238E27FC236}">
                  <a16:creationId xmlns:a16="http://schemas.microsoft.com/office/drawing/2014/main" id="{41C8F663-D6C0-6B9B-EB76-6FE89407DE37}"/>
                </a:ext>
              </a:extLst>
            </p:cNvPr>
            <p:cNvGrpSpPr/>
            <p:nvPr/>
          </p:nvGrpSpPr>
          <p:grpSpPr>
            <a:xfrm>
              <a:off x="8241924" y="2496264"/>
              <a:ext cx="3553690" cy="1166384"/>
              <a:chOff x="3512128" y="5115939"/>
              <a:chExt cx="2389909" cy="350674"/>
            </a:xfrm>
          </p:grpSpPr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DE01EE5-6121-D408-201D-E550DA89026A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256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A6B29772-DD38-E727-B272-85BDCBD6931A}"/>
                  </a:ext>
                </a:extLst>
              </p:cNvPr>
              <p:cNvSpPr/>
              <p:nvPr/>
            </p:nvSpPr>
            <p:spPr>
              <a:xfrm>
                <a:off x="3512128" y="5115939"/>
                <a:ext cx="2389909" cy="22768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OpenAPI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60D15E30-7D49-7417-C5D6-EE5408C9A354}"/>
                </a:ext>
              </a:extLst>
            </p:cNvPr>
            <p:cNvSpPr/>
            <p:nvPr/>
          </p:nvSpPr>
          <p:spPr>
            <a:xfrm>
              <a:off x="8241923" y="3659235"/>
              <a:ext cx="3553691" cy="6949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getNewRecord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:map</a:t>
              </a:r>
            </a:p>
          </p:txBody>
        </p:sp>
      </p:grpSp>
      <p:cxnSp>
        <p:nvCxnSpPr>
          <p:cNvPr id="112" name="直線單箭頭接點 111">
            <a:extLst>
              <a:ext uri="{FF2B5EF4-FFF2-40B4-BE49-F238E27FC236}">
                <a16:creationId xmlns:a16="http://schemas.microsoft.com/office/drawing/2014/main" id="{5B173015-8671-3C09-ED6E-7BB6B0AEF0C9}"/>
              </a:ext>
            </a:extLst>
          </p:cNvPr>
          <p:cNvCxnSpPr>
            <a:cxnSpLocks/>
            <a:stCxn id="49" idx="3"/>
            <a:endCxn id="86" idx="1"/>
          </p:cNvCxnSpPr>
          <p:nvPr/>
        </p:nvCxnSpPr>
        <p:spPr>
          <a:xfrm>
            <a:off x="4934870" y="6661867"/>
            <a:ext cx="3450358" cy="21899868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直線單箭頭接點 112">
            <a:extLst>
              <a:ext uri="{FF2B5EF4-FFF2-40B4-BE49-F238E27FC236}">
                <a16:creationId xmlns:a16="http://schemas.microsoft.com/office/drawing/2014/main" id="{D9FCC2B3-DC12-A6DC-F843-839951AB0DD9}"/>
              </a:ext>
            </a:extLst>
          </p:cNvPr>
          <p:cNvCxnSpPr>
            <a:cxnSpLocks/>
            <a:stCxn id="49" idx="3"/>
            <a:endCxn id="19" idx="1"/>
          </p:cNvCxnSpPr>
          <p:nvPr/>
        </p:nvCxnSpPr>
        <p:spPr>
          <a:xfrm>
            <a:off x="4934870" y="6661867"/>
            <a:ext cx="3379723" cy="12220125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線單箭頭接點 113">
            <a:extLst>
              <a:ext uri="{FF2B5EF4-FFF2-40B4-BE49-F238E27FC236}">
                <a16:creationId xmlns:a16="http://schemas.microsoft.com/office/drawing/2014/main" id="{220AE0E9-CE6F-FF40-FF88-C62413FA3BE3}"/>
              </a:ext>
            </a:extLst>
          </p:cNvPr>
          <p:cNvCxnSpPr>
            <a:cxnSpLocks/>
            <a:stCxn id="49" idx="3"/>
            <a:endCxn id="34" idx="1"/>
          </p:cNvCxnSpPr>
          <p:nvPr/>
        </p:nvCxnSpPr>
        <p:spPr>
          <a:xfrm>
            <a:off x="4934870" y="6661867"/>
            <a:ext cx="3450357" cy="5926366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直線單箭頭接點 121">
            <a:extLst>
              <a:ext uri="{FF2B5EF4-FFF2-40B4-BE49-F238E27FC236}">
                <a16:creationId xmlns:a16="http://schemas.microsoft.com/office/drawing/2014/main" id="{01CF9BCF-9249-7E7F-8DD9-0F551CE5F368}"/>
              </a:ext>
            </a:extLst>
          </p:cNvPr>
          <p:cNvCxnSpPr>
            <a:cxnSpLocks/>
            <a:stCxn id="49" idx="3"/>
            <a:endCxn id="64" idx="1"/>
          </p:cNvCxnSpPr>
          <p:nvPr/>
        </p:nvCxnSpPr>
        <p:spPr>
          <a:xfrm>
            <a:off x="4934870" y="6661867"/>
            <a:ext cx="3450358" cy="16894053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直線單箭頭接點 133">
            <a:extLst>
              <a:ext uri="{FF2B5EF4-FFF2-40B4-BE49-F238E27FC236}">
                <a16:creationId xmlns:a16="http://schemas.microsoft.com/office/drawing/2014/main" id="{7BD36AFE-E768-3134-7ED2-DC8B51A4D3A8}"/>
              </a:ext>
            </a:extLst>
          </p:cNvPr>
          <p:cNvCxnSpPr>
            <a:cxnSpLocks/>
            <a:stCxn id="40" idx="3"/>
            <a:endCxn id="71" idx="1"/>
          </p:cNvCxnSpPr>
          <p:nvPr/>
        </p:nvCxnSpPr>
        <p:spPr>
          <a:xfrm flipV="1">
            <a:off x="12359970" y="9234868"/>
            <a:ext cx="841367" cy="1156688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線單箭頭接點 134">
            <a:extLst>
              <a:ext uri="{FF2B5EF4-FFF2-40B4-BE49-F238E27FC236}">
                <a16:creationId xmlns:a16="http://schemas.microsoft.com/office/drawing/2014/main" id="{CFF20665-E847-354D-4BCD-0660547DE0DC}"/>
              </a:ext>
            </a:extLst>
          </p:cNvPr>
          <p:cNvCxnSpPr>
            <a:cxnSpLocks/>
            <a:stCxn id="44" idx="3"/>
            <a:endCxn id="80" idx="1"/>
          </p:cNvCxnSpPr>
          <p:nvPr/>
        </p:nvCxnSpPr>
        <p:spPr>
          <a:xfrm>
            <a:off x="12547600" y="25084332"/>
            <a:ext cx="4318337" cy="3814340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直線單箭頭接點 135">
            <a:extLst>
              <a:ext uri="{FF2B5EF4-FFF2-40B4-BE49-F238E27FC236}">
                <a16:creationId xmlns:a16="http://schemas.microsoft.com/office/drawing/2014/main" id="{B4937443-B00E-3C1C-DADA-7FD26B8E8F00}"/>
              </a:ext>
            </a:extLst>
          </p:cNvPr>
          <p:cNvCxnSpPr>
            <a:cxnSpLocks/>
            <a:stCxn id="84" idx="2"/>
            <a:endCxn id="91" idx="0"/>
          </p:cNvCxnSpPr>
          <p:nvPr/>
        </p:nvCxnSpPr>
        <p:spPr>
          <a:xfrm flipH="1">
            <a:off x="10152816" y="30608863"/>
            <a:ext cx="9257" cy="1801600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直線單箭頭接點 152">
            <a:extLst>
              <a:ext uri="{FF2B5EF4-FFF2-40B4-BE49-F238E27FC236}">
                <a16:creationId xmlns:a16="http://schemas.microsoft.com/office/drawing/2014/main" id="{F8A1A243-BD04-C6AF-ECE7-63E34329E706}"/>
              </a:ext>
            </a:extLst>
          </p:cNvPr>
          <p:cNvCxnSpPr>
            <a:cxnSpLocks/>
            <a:stCxn id="19" idx="3"/>
            <a:endCxn id="75" idx="1"/>
          </p:cNvCxnSpPr>
          <p:nvPr/>
        </p:nvCxnSpPr>
        <p:spPr>
          <a:xfrm>
            <a:off x="11868283" y="18881992"/>
            <a:ext cx="4997653" cy="1680384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直線單箭頭接點 156">
            <a:extLst>
              <a:ext uri="{FF2B5EF4-FFF2-40B4-BE49-F238E27FC236}">
                <a16:creationId xmlns:a16="http://schemas.microsoft.com/office/drawing/2014/main" id="{F6495ED9-8D52-06CA-ED4F-D0830884C5A4}"/>
              </a:ext>
            </a:extLst>
          </p:cNvPr>
          <p:cNvCxnSpPr>
            <a:cxnSpLocks/>
            <a:stCxn id="91" idx="3"/>
            <a:endCxn id="96" idx="1"/>
          </p:cNvCxnSpPr>
          <p:nvPr/>
        </p:nvCxnSpPr>
        <p:spPr>
          <a:xfrm>
            <a:off x="11920402" y="32917996"/>
            <a:ext cx="4945536" cy="606080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直線單箭頭接點 162">
            <a:extLst>
              <a:ext uri="{FF2B5EF4-FFF2-40B4-BE49-F238E27FC236}">
                <a16:creationId xmlns:a16="http://schemas.microsoft.com/office/drawing/2014/main" id="{5876292F-C23C-66D2-C472-0EB5490CE290}"/>
              </a:ext>
            </a:extLst>
          </p:cNvPr>
          <p:cNvCxnSpPr>
            <a:cxnSpLocks/>
            <a:stCxn id="69" idx="3"/>
            <a:endCxn id="38" idx="1"/>
          </p:cNvCxnSpPr>
          <p:nvPr/>
        </p:nvCxnSpPr>
        <p:spPr>
          <a:xfrm flipV="1">
            <a:off x="17366215" y="9614951"/>
            <a:ext cx="7670110" cy="3003436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直線單箭頭接點 166">
            <a:extLst>
              <a:ext uri="{FF2B5EF4-FFF2-40B4-BE49-F238E27FC236}">
                <a16:creationId xmlns:a16="http://schemas.microsoft.com/office/drawing/2014/main" id="{08EEF04D-4E49-E68A-BAF4-FC4A890ECB28}"/>
              </a:ext>
            </a:extLst>
          </p:cNvPr>
          <p:cNvCxnSpPr>
            <a:cxnSpLocks/>
            <a:stCxn id="80" idx="3"/>
            <a:endCxn id="15" idx="1"/>
          </p:cNvCxnSpPr>
          <p:nvPr/>
        </p:nvCxnSpPr>
        <p:spPr>
          <a:xfrm flipV="1">
            <a:off x="20993189" y="27265548"/>
            <a:ext cx="4043136" cy="1633124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直線單箭頭接點 167">
            <a:extLst>
              <a:ext uri="{FF2B5EF4-FFF2-40B4-BE49-F238E27FC236}">
                <a16:creationId xmlns:a16="http://schemas.microsoft.com/office/drawing/2014/main" id="{22F630E8-C00D-440B-659B-30C054AAC880}"/>
              </a:ext>
            </a:extLst>
          </p:cNvPr>
          <p:cNvCxnSpPr>
            <a:cxnSpLocks/>
            <a:stCxn id="75" idx="3"/>
            <a:endCxn id="27" idx="1"/>
          </p:cNvCxnSpPr>
          <p:nvPr/>
        </p:nvCxnSpPr>
        <p:spPr>
          <a:xfrm>
            <a:off x="20781890" y="20562376"/>
            <a:ext cx="4305903" cy="314705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直線單箭頭接點 199">
            <a:extLst>
              <a:ext uri="{FF2B5EF4-FFF2-40B4-BE49-F238E27FC236}">
                <a16:creationId xmlns:a16="http://schemas.microsoft.com/office/drawing/2014/main" id="{15E3E982-7959-DD4D-E9F8-4684675CCBD4}"/>
              </a:ext>
            </a:extLst>
          </p:cNvPr>
          <p:cNvCxnSpPr>
            <a:cxnSpLocks/>
            <a:stCxn id="69" idx="3"/>
            <a:endCxn id="111" idx="1"/>
          </p:cNvCxnSpPr>
          <p:nvPr/>
        </p:nvCxnSpPr>
        <p:spPr>
          <a:xfrm>
            <a:off x="17366215" y="12618387"/>
            <a:ext cx="7670110" cy="3147376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直線單箭頭接點 200">
            <a:extLst>
              <a:ext uri="{FF2B5EF4-FFF2-40B4-BE49-F238E27FC236}">
                <a16:creationId xmlns:a16="http://schemas.microsoft.com/office/drawing/2014/main" id="{29643A06-E48E-7B4D-B57E-1CDDA66974AA}"/>
              </a:ext>
            </a:extLst>
          </p:cNvPr>
          <p:cNvCxnSpPr>
            <a:cxnSpLocks/>
            <a:stCxn id="69" idx="3"/>
            <a:endCxn id="106" idx="1"/>
          </p:cNvCxnSpPr>
          <p:nvPr/>
        </p:nvCxnSpPr>
        <p:spPr>
          <a:xfrm flipV="1">
            <a:off x="17366215" y="12379575"/>
            <a:ext cx="7670112" cy="238812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直線單箭頭接點 205">
            <a:extLst>
              <a:ext uri="{FF2B5EF4-FFF2-40B4-BE49-F238E27FC236}">
                <a16:creationId xmlns:a16="http://schemas.microsoft.com/office/drawing/2014/main" id="{EDDF8A21-749F-5949-639F-6694BB7809E7}"/>
              </a:ext>
            </a:extLst>
          </p:cNvPr>
          <p:cNvCxnSpPr>
            <a:cxnSpLocks/>
            <a:stCxn id="80" idx="3"/>
            <a:endCxn id="101" idx="1"/>
          </p:cNvCxnSpPr>
          <p:nvPr/>
        </p:nvCxnSpPr>
        <p:spPr>
          <a:xfrm>
            <a:off x="20993189" y="28898672"/>
            <a:ext cx="4013087" cy="972614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3" name="文字方塊 212">
            <a:extLst>
              <a:ext uri="{FF2B5EF4-FFF2-40B4-BE49-F238E27FC236}">
                <a16:creationId xmlns:a16="http://schemas.microsoft.com/office/drawing/2014/main" id="{26AFE589-60CE-120B-6450-C38AFBEF4596}"/>
              </a:ext>
            </a:extLst>
          </p:cNvPr>
          <p:cNvSpPr txBox="1"/>
          <p:nvPr/>
        </p:nvSpPr>
        <p:spPr>
          <a:xfrm>
            <a:off x="7836172" y="20531831"/>
            <a:ext cx="1914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/>
              <a:t>hospitalUI</a:t>
            </a:r>
            <a:endParaRPr lang="zh-TW" altLang="en-US" sz="3200" dirty="0"/>
          </a:p>
        </p:txBody>
      </p:sp>
      <p:sp>
        <p:nvSpPr>
          <p:cNvPr id="214" name="文字方塊 213">
            <a:extLst>
              <a:ext uri="{FF2B5EF4-FFF2-40B4-BE49-F238E27FC236}">
                <a16:creationId xmlns:a16="http://schemas.microsoft.com/office/drawing/2014/main" id="{7E77DDBB-658A-3A43-8865-5A9442FAF8C6}"/>
              </a:ext>
            </a:extLst>
          </p:cNvPr>
          <p:cNvSpPr txBox="1"/>
          <p:nvPr/>
        </p:nvSpPr>
        <p:spPr>
          <a:xfrm>
            <a:off x="6660049" y="12361292"/>
            <a:ext cx="1333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/>
              <a:t>callsUI</a:t>
            </a:r>
            <a:endParaRPr lang="zh-TW" altLang="en-US" sz="3200" dirty="0"/>
          </a:p>
        </p:txBody>
      </p:sp>
      <p:sp>
        <p:nvSpPr>
          <p:cNvPr id="215" name="文字方塊 214">
            <a:extLst>
              <a:ext uri="{FF2B5EF4-FFF2-40B4-BE49-F238E27FC236}">
                <a16:creationId xmlns:a16="http://schemas.microsoft.com/office/drawing/2014/main" id="{B905B6FF-FF7C-BA7A-6594-F57D8EEE684D}"/>
              </a:ext>
            </a:extLst>
          </p:cNvPr>
          <p:cNvSpPr txBox="1"/>
          <p:nvPr/>
        </p:nvSpPr>
        <p:spPr>
          <a:xfrm>
            <a:off x="8199571" y="26551988"/>
            <a:ext cx="1623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/>
              <a:t>boardUI</a:t>
            </a:r>
            <a:endParaRPr lang="zh-TW" altLang="en-US" sz="3200" dirty="0"/>
          </a:p>
        </p:txBody>
      </p:sp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515C07AA-8E9F-9DBC-8B9B-7675351EE6D7}"/>
              </a:ext>
            </a:extLst>
          </p:cNvPr>
          <p:cNvSpPr txBox="1"/>
          <p:nvPr/>
        </p:nvSpPr>
        <p:spPr>
          <a:xfrm>
            <a:off x="6724408" y="9040623"/>
            <a:ext cx="1744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/>
              <a:t>recordUI</a:t>
            </a:r>
            <a:endParaRPr lang="zh-TW" altLang="en-US" sz="3200" dirty="0"/>
          </a:p>
        </p:txBody>
      </p:sp>
      <p:sp>
        <p:nvSpPr>
          <p:cNvPr id="217" name="文字方塊 216">
            <a:extLst>
              <a:ext uri="{FF2B5EF4-FFF2-40B4-BE49-F238E27FC236}">
                <a16:creationId xmlns:a16="http://schemas.microsoft.com/office/drawing/2014/main" id="{F27634B1-B588-0DA3-2F11-6BA2DC2E79EC}"/>
              </a:ext>
            </a:extLst>
          </p:cNvPr>
          <p:cNvSpPr txBox="1"/>
          <p:nvPr/>
        </p:nvSpPr>
        <p:spPr>
          <a:xfrm>
            <a:off x="8275424" y="27414167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18" name="文字方塊 217">
            <a:extLst>
              <a:ext uri="{FF2B5EF4-FFF2-40B4-BE49-F238E27FC236}">
                <a16:creationId xmlns:a16="http://schemas.microsoft.com/office/drawing/2014/main" id="{610998A2-A947-992A-8674-0883B12509DB}"/>
              </a:ext>
            </a:extLst>
          </p:cNvPr>
          <p:cNvSpPr txBox="1"/>
          <p:nvPr/>
        </p:nvSpPr>
        <p:spPr>
          <a:xfrm>
            <a:off x="12813733" y="9633756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19" name="文字方塊 218">
            <a:extLst>
              <a:ext uri="{FF2B5EF4-FFF2-40B4-BE49-F238E27FC236}">
                <a16:creationId xmlns:a16="http://schemas.microsoft.com/office/drawing/2014/main" id="{0E6419BF-2D77-0FE6-0759-363A649C29F0}"/>
              </a:ext>
            </a:extLst>
          </p:cNvPr>
          <p:cNvSpPr txBox="1"/>
          <p:nvPr/>
        </p:nvSpPr>
        <p:spPr>
          <a:xfrm>
            <a:off x="8233425" y="22300456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20" name="文字方塊 219">
            <a:extLst>
              <a:ext uri="{FF2B5EF4-FFF2-40B4-BE49-F238E27FC236}">
                <a16:creationId xmlns:a16="http://schemas.microsoft.com/office/drawing/2014/main" id="{1E47BCD8-962A-9DB7-753B-07D3BC195574}"/>
              </a:ext>
            </a:extLst>
          </p:cNvPr>
          <p:cNvSpPr txBox="1"/>
          <p:nvPr/>
        </p:nvSpPr>
        <p:spPr>
          <a:xfrm>
            <a:off x="7962305" y="17163663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21" name="文字方塊 220">
            <a:extLst>
              <a:ext uri="{FF2B5EF4-FFF2-40B4-BE49-F238E27FC236}">
                <a16:creationId xmlns:a16="http://schemas.microsoft.com/office/drawing/2014/main" id="{383FFE6D-34EE-747B-E5E6-6E6206F9AABC}"/>
              </a:ext>
            </a:extLst>
          </p:cNvPr>
          <p:cNvSpPr txBox="1"/>
          <p:nvPr/>
        </p:nvSpPr>
        <p:spPr>
          <a:xfrm>
            <a:off x="7940821" y="11302047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22" name="文字方塊 221">
            <a:extLst>
              <a:ext uri="{FF2B5EF4-FFF2-40B4-BE49-F238E27FC236}">
                <a16:creationId xmlns:a16="http://schemas.microsoft.com/office/drawing/2014/main" id="{BFDBEA7B-9FFE-1F59-7E1A-6E7920E36CA6}"/>
              </a:ext>
            </a:extLst>
          </p:cNvPr>
          <p:cNvSpPr txBox="1"/>
          <p:nvPr/>
        </p:nvSpPr>
        <p:spPr>
          <a:xfrm>
            <a:off x="16418412" y="27870992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23" name="文字方塊 222">
            <a:extLst>
              <a:ext uri="{FF2B5EF4-FFF2-40B4-BE49-F238E27FC236}">
                <a16:creationId xmlns:a16="http://schemas.microsoft.com/office/drawing/2014/main" id="{2052E78F-E8C4-93BA-5567-E9266F2A05E0}"/>
              </a:ext>
            </a:extLst>
          </p:cNvPr>
          <p:cNvSpPr txBox="1"/>
          <p:nvPr/>
        </p:nvSpPr>
        <p:spPr>
          <a:xfrm>
            <a:off x="16418412" y="19706881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24" name="文字方塊 223">
            <a:extLst>
              <a:ext uri="{FF2B5EF4-FFF2-40B4-BE49-F238E27FC236}">
                <a16:creationId xmlns:a16="http://schemas.microsoft.com/office/drawing/2014/main" id="{9116613A-713C-A1F0-F695-F2ECC5AC3062}"/>
              </a:ext>
            </a:extLst>
          </p:cNvPr>
          <p:cNvSpPr txBox="1"/>
          <p:nvPr/>
        </p:nvSpPr>
        <p:spPr>
          <a:xfrm>
            <a:off x="16418412" y="32763391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25" name="文字方塊 224">
            <a:extLst>
              <a:ext uri="{FF2B5EF4-FFF2-40B4-BE49-F238E27FC236}">
                <a16:creationId xmlns:a16="http://schemas.microsoft.com/office/drawing/2014/main" id="{CFCB36EF-1EBE-925A-E77E-CCAD605CB6CD}"/>
              </a:ext>
            </a:extLst>
          </p:cNvPr>
          <p:cNvSpPr txBox="1"/>
          <p:nvPr/>
        </p:nvSpPr>
        <p:spPr>
          <a:xfrm>
            <a:off x="10162073" y="31646296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26" name="文字方塊 225">
            <a:extLst>
              <a:ext uri="{FF2B5EF4-FFF2-40B4-BE49-F238E27FC236}">
                <a16:creationId xmlns:a16="http://schemas.microsoft.com/office/drawing/2014/main" id="{E0A54BB0-70F7-C5ED-1770-C5A5E319A341}"/>
              </a:ext>
            </a:extLst>
          </p:cNvPr>
          <p:cNvSpPr txBox="1"/>
          <p:nvPr/>
        </p:nvSpPr>
        <p:spPr>
          <a:xfrm>
            <a:off x="13928457" y="19023613"/>
            <a:ext cx="1116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calls</a:t>
            </a:r>
            <a:endParaRPr lang="zh-TW" altLang="en-US" sz="3200" dirty="0"/>
          </a:p>
        </p:txBody>
      </p:sp>
      <p:sp>
        <p:nvSpPr>
          <p:cNvPr id="227" name="文字方塊 226">
            <a:extLst>
              <a:ext uri="{FF2B5EF4-FFF2-40B4-BE49-F238E27FC236}">
                <a16:creationId xmlns:a16="http://schemas.microsoft.com/office/drawing/2014/main" id="{05506FBC-4363-AD71-2DC5-F9036A8ACBFD}"/>
              </a:ext>
            </a:extLst>
          </p:cNvPr>
          <p:cNvSpPr txBox="1"/>
          <p:nvPr/>
        </p:nvSpPr>
        <p:spPr>
          <a:xfrm>
            <a:off x="10162073" y="31033783"/>
            <a:ext cx="1512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board</a:t>
            </a:r>
            <a:endParaRPr lang="zh-TW" altLang="en-US" sz="3200" dirty="0"/>
          </a:p>
        </p:txBody>
      </p:sp>
      <p:sp>
        <p:nvSpPr>
          <p:cNvPr id="228" name="文字方塊 227">
            <a:extLst>
              <a:ext uri="{FF2B5EF4-FFF2-40B4-BE49-F238E27FC236}">
                <a16:creationId xmlns:a16="http://schemas.microsoft.com/office/drawing/2014/main" id="{AD058249-55F4-9EEF-C882-DF4A9EF0C895}"/>
              </a:ext>
            </a:extLst>
          </p:cNvPr>
          <p:cNvSpPr txBox="1"/>
          <p:nvPr/>
        </p:nvSpPr>
        <p:spPr>
          <a:xfrm>
            <a:off x="13747345" y="25592953"/>
            <a:ext cx="1741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hospital</a:t>
            </a:r>
            <a:endParaRPr lang="zh-TW" altLang="en-US" sz="3200" dirty="0"/>
          </a:p>
        </p:txBody>
      </p:sp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91C73D0E-3146-A770-8AF1-D36E6D15452A}"/>
              </a:ext>
            </a:extLst>
          </p:cNvPr>
          <p:cNvSpPr txBox="1"/>
          <p:nvPr/>
        </p:nvSpPr>
        <p:spPr>
          <a:xfrm>
            <a:off x="11613677" y="9129078"/>
            <a:ext cx="1589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record</a:t>
            </a:r>
            <a:endParaRPr lang="zh-TW" altLang="en-US" sz="3200" dirty="0"/>
          </a:p>
        </p:txBody>
      </p:sp>
      <p:sp>
        <p:nvSpPr>
          <p:cNvPr id="230" name="文字方塊 229">
            <a:extLst>
              <a:ext uri="{FF2B5EF4-FFF2-40B4-BE49-F238E27FC236}">
                <a16:creationId xmlns:a16="http://schemas.microsoft.com/office/drawing/2014/main" id="{108A2D89-281F-B5CC-CD7E-601DE9C5C544}"/>
              </a:ext>
            </a:extLst>
          </p:cNvPr>
          <p:cNvSpPr txBox="1"/>
          <p:nvPr/>
        </p:nvSpPr>
        <p:spPr>
          <a:xfrm>
            <a:off x="13808888" y="32547203"/>
            <a:ext cx="1741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web</a:t>
            </a:r>
            <a:endParaRPr lang="zh-TW" altLang="en-US" sz="3200" dirty="0"/>
          </a:p>
        </p:txBody>
      </p:sp>
      <p:sp>
        <p:nvSpPr>
          <p:cNvPr id="231" name="文字方塊 230">
            <a:extLst>
              <a:ext uri="{FF2B5EF4-FFF2-40B4-BE49-F238E27FC236}">
                <a16:creationId xmlns:a16="http://schemas.microsoft.com/office/drawing/2014/main" id="{23E21527-32B9-DD77-60AD-392A3FED7E65}"/>
              </a:ext>
            </a:extLst>
          </p:cNvPr>
          <p:cNvSpPr txBox="1"/>
          <p:nvPr/>
        </p:nvSpPr>
        <p:spPr>
          <a:xfrm>
            <a:off x="24535995" y="20207733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32" name="文字方塊 231">
            <a:extLst>
              <a:ext uri="{FF2B5EF4-FFF2-40B4-BE49-F238E27FC236}">
                <a16:creationId xmlns:a16="http://schemas.microsoft.com/office/drawing/2014/main" id="{2F7FF671-EDDA-CF45-051B-9125D3C38BEF}"/>
              </a:ext>
            </a:extLst>
          </p:cNvPr>
          <p:cNvSpPr txBox="1"/>
          <p:nvPr/>
        </p:nvSpPr>
        <p:spPr>
          <a:xfrm>
            <a:off x="24546879" y="14861436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33" name="文字方塊 232">
            <a:extLst>
              <a:ext uri="{FF2B5EF4-FFF2-40B4-BE49-F238E27FC236}">
                <a16:creationId xmlns:a16="http://schemas.microsoft.com/office/drawing/2014/main" id="{A2A40139-9BD4-71FA-0D04-7C9B1B2D6D85}"/>
              </a:ext>
            </a:extLst>
          </p:cNvPr>
          <p:cNvSpPr txBox="1"/>
          <p:nvPr/>
        </p:nvSpPr>
        <p:spPr>
          <a:xfrm>
            <a:off x="24546879" y="11700664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34" name="文字方塊 233">
            <a:extLst>
              <a:ext uri="{FF2B5EF4-FFF2-40B4-BE49-F238E27FC236}">
                <a16:creationId xmlns:a16="http://schemas.microsoft.com/office/drawing/2014/main" id="{4E00D069-7289-4D66-A2F4-DFBD7574F267}"/>
              </a:ext>
            </a:extLst>
          </p:cNvPr>
          <p:cNvSpPr txBox="1"/>
          <p:nvPr/>
        </p:nvSpPr>
        <p:spPr>
          <a:xfrm>
            <a:off x="24535995" y="8970958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35" name="文字方塊 234">
            <a:extLst>
              <a:ext uri="{FF2B5EF4-FFF2-40B4-BE49-F238E27FC236}">
                <a16:creationId xmlns:a16="http://schemas.microsoft.com/office/drawing/2014/main" id="{3292807E-781F-F293-5E65-75F05976C2EA}"/>
              </a:ext>
            </a:extLst>
          </p:cNvPr>
          <p:cNvSpPr txBox="1"/>
          <p:nvPr/>
        </p:nvSpPr>
        <p:spPr>
          <a:xfrm>
            <a:off x="24503160" y="26680773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38" name="文字方塊 237">
            <a:extLst>
              <a:ext uri="{FF2B5EF4-FFF2-40B4-BE49-F238E27FC236}">
                <a16:creationId xmlns:a16="http://schemas.microsoft.com/office/drawing/2014/main" id="{0E5AF9FF-4DD2-045A-14B6-EF3A44CBFE16}"/>
              </a:ext>
            </a:extLst>
          </p:cNvPr>
          <p:cNvSpPr txBox="1"/>
          <p:nvPr/>
        </p:nvSpPr>
        <p:spPr>
          <a:xfrm>
            <a:off x="21899277" y="27016142"/>
            <a:ext cx="2488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>
                <a:solidFill>
                  <a:schemeClr val="tx1"/>
                </a:solidFill>
              </a:rPr>
              <a:t>Hospital</a:t>
            </a:r>
            <a:r>
              <a:rPr lang="en-US" altLang="zh-TW" sz="3200" dirty="0" err="1"/>
              <a:t>DB</a:t>
            </a:r>
            <a:endParaRPr lang="zh-TW" altLang="en-US" sz="3200" dirty="0"/>
          </a:p>
        </p:txBody>
      </p:sp>
      <p:sp>
        <p:nvSpPr>
          <p:cNvPr id="239" name="文字方塊 238">
            <a:extLst>
              <a:ext uri="{FF2B5EF4-FFF2-40B4-BE49-F238E27FC236}">
                <a16:creationId xmlns:a16="http://schemas.microsoft.com/office/drawing/2014/main" id="{20D9072A-BB04-0F71-1FB5-90049EBB9A3E}"/>
              </a:ext>
            </a:extLst>
          </p:cNvPr>
          <p:cNvSpPr txBox="1"/>
          <p:nvPr/>
        </p:nvSpPr>
        <p:spPr>
          <a:xfrm>
            <a:off x="22051840" y="19999268"/>
            <a:ext cx="1473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>
                <a:solidFill>
                  <a:schemeClr val="tx1"/>
                </a:solidFill>
              </a:rPr>
              <a:t>Calls</a:t>
            </a:r>
            <a:r>
              <a:rPr lang="en-US" altLang="zh-TW" sz="3200" dirty="0" err="1"/>
              <a:t>DB</a:t>
            </a:r>
            <a:endParaRPr lang="zh-TW" altLang="en-US" sz="3200" dirty="0"/>
          </a:p>
        </p:txBody>
      </p:sp>
      <p:sp>
        <p:nvSpPr>
          <p:cNvPr id="240" name="文字方塊 239">
            <a:extLst>
              <a:ext uri="{FF2B5EF4-FFF2-40B4-BE49-F238E27FC236}">
                <a16:creationId xmlns:a16="http://schemas.microsoft.com/office/drawing/2014/main" id="{02413B70-2053-5B4F-84F9-B44D7F37A0C5}"/>
              </a:ext>
            </a:extLst>
          </p:cNvPr>
          <p:cNvSpPr txBox="1"/>
          <p:nvPr/>
        </p:nvSpPr>
        <p:spPr>
          <a:xfrm>
            <a:off x="20847639" y="9877493"/>
            <a:ext cx="22147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>
                <a:solidFill>
                  <a:schemeClr val="tx1"/>
                </a:solidFill>
              </a:rPr>
              <a:t>Record</a:t>
            </a:r>
            <a:r>
              <a:rPr lang="en-US" altLang="zh-TW" sz="3200" dirty="0" err="1"/>
              <a:t>DB</a:t>
            </a:r>
            <a:endParaRPr lang="zh-TW" altLang="en-US" sz="3200" dirty="0"/>
          </a:p>
        </p:txBody>
      </p:sp>
      <p:sp>
        <p:nvSpPr>
          <p:cNvPr id="241" name="文字方塊 240">
            <a:extLst>
              <a:ext uri="{FF2B5EF4-FFF2-40B4-BE49-F238E27FC236}">
                <a16:creationId xmlns:a16="http://schemas.microsoft.com/office/drawing/2014/main" id="{55CD8FE6-5EA2-71FE-F550-98FB199717B0}"/>
              </a:ext>
            </a:extLst>
          </p:cNvPr>
          <p:cNvSpPr txBox="1"/>
          <p:nvPr/>
        </p:nvSpPr>
        <p:spPr>
          <a:xfrm>
            <a:off x="21425241" y="29716352"/>
            <a:ext cx="2726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 err="1">
                <a:solidFill>
                  <a:schemeClr val="tx1"/>
                </a:solidFill>
              </a:rPr>
              <a:t>GoogleMapAPI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242" name="文字方塊 241">
            <a:extLst>
              <a:ext uri="{FF2B5EF4-FFF2-40B4-BE49-F238E27FC236}">
                <a16:creationId xmlns:a16="http://schemas.microsoft.com/office/drawing/2014/main" id="{1FB0A015-27EE-5C19-4EB2-A235CCAFEF02}"/>
              </a:ext>
            </a:extLst>
          </p:cNvPr>
          <p:cNvSpPr txBox="1"/>
          <p:nvPr/>
        </p:nvSpPr>
        <p:spPr>
          <a:xfrm>
            <a:off x="20896226" y="13426513"/>
            <a:ext cx="1706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</a:rPr>
              <a:t>OpenAPI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243" name="文字方塊 242">
            <a:extLst>
              <a:ext uri="{FF2B5EF4-FFF2-40B4-BE49-F238E27FC236}">
                <a16:creationId xmlns:a16="http://schemas.microsoft.com/office/drawing/2014/main" id="{7BC77816-FF98-1CF2-0A2C-F2750D96BCA8}"/>
              </a:ext>
            </a:extLst>
          </p:cNvPr>
          <p:cNvSpPr txBox="1"/>
          <p:nvPr/>
        </p:nvSpPr>
        <p:spPr>
          <a:xfrm>
            <a:off x="20781890" y="11687006"/>
            <a:ext cx="1994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 err="1">
                <a:solidFill>
                  <a:schemeClr val="tx1"/>
                </a:solidFill>
              </a:rPr>
              <a:t>GoogleAPI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245" name="文字方塊 244">
            <a:extLst>
              <a:ext uri="{FF2B5EF4-FFF2-40B4-BE49-F238E27FC236}">
                <a16:creationId xmlns:a16="http://schemas.microsoft.com/office/drawing/2014/main" id="{80B03E73-2FF7-6E31-CE54-9AE767A68C60}"/>
              </a:ext>
            </a:extLst>
          </p:cNvPr>
          <p:cNvSpPr txBox="1"/>
          <p:nvPr/>
        </p:nvSpPr>
        <p:spPr>
          <a:xfrm>
            <a:off x="24546879" y="29131577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6A8D2AB2-6083-AFE0-C4F8-4F8721C7F43A}"/>
              </a:ext>
            </a:extLst>
          </p:cNvPr>
          <p:cNvSpPr txBox="1"/>
          <p:nvPr/>
        </p:nvSpPr>
        <p:spPr>
          <a:xfrm>
            <a:off x="17389691" y="9255427"/>
            <a:ext cx="78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0..*</a:t>
            </a:r>
            <a:endParaRPr lang="zh-TW" altLang="en-US" sz="2800" dirty="0"/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CABC121E-E880-889A-21C2-461BA2363C34}"/>
              </a:ext>
            </a:extLst>
          </p:cNvPr>
          <p:cNvSpPr txBox="1"/>
          <p:nvPr/>
        </p:nvSpPr>
        <p:spPr>
          <a:xfrm>
            <a:off x="18767238" y="17932274"/>
            <a:ext cx="78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0..*</a:t>
            </a:r>
            <a:endParaRPr lang="zh-TW" altLang="en-US" sz="2800" dirty="0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28456932-5802-7640-C50B-A11E46BED692}"/>
              </a:ext>
            </a:extLst>
          </p:cNvPr>
          <p:cNvGrpSpPr/>
          <p:nvPr/>
        </p:nvGrpSpPr>
        <p:grpSpPr>
          <a:xfrm>
            <a:off x="25036324" y="2012210"/>
            <a:ext cx="3830775" cy="2771768"/>
            <a:chOff x="15960437" y="1169704"/>
            <a:chExt cx="3553691" cy="2575031"/>
          </a:xfrm>
        </p:grpSpPr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3EDD85CA-05A8-7ECE-DA0C-43BC97C7CDB9}"/>
                </a:ext>
              </a:extLst>
            </p:cNvPr>
            <p:cNvGrpSpPr/>
            <p:nvPr/>
          </p:nvGrpSpPr>
          <p:grpSpPr>
            <a:xfrm>
              <a:off x="15960437" y="1169704"/>
              <a:ext cx="3553691" cy="1274456"/>
              <a:chOff x="3512128" y="4709252"/>
              <a:chExt cx="2389910" cy="967821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8AA6CBA-0B52-C79B-1028-7704038997A5}"/>
                  </a:ext>
                </a:extLst>
              </p:cNvPr>
              <p:cNvSpPr/>
              <p:nvPr/>
            </p:nvSpPr>
            <p:spPr>
              <a:xfrm>
                <a:off x="3512128" y="5340928"/>
                <a:ext cx="2389909" cy="33614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C85E891-0A3F-5D6B-7C22-B9844EAE4F09}"/>
                  </a:ext>
                </a:extLst>
              </p:cNvPr>
              <p:cNvSpPr/>
              <p:nvPr/>
            </p:nvSpPr>
            <p:spPr>
              <a:xfrm>
                <a:off x="3512129" y="4709252"/>
                <a:ext cx="2389909" cy="64240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UserDB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9C2805C-8973-2C30-259B-E8AD5AB54B09}"/>
                </a:ext>
              </a:extLst>
            </p:cNvPr>
            <p:cNvSpPr/>
            <p:nvPr/>
          </p:nvSpPr>
          <p:spPr>
            <a:xfrm>
              <a:off x="15960438" y="2441243"/>
              <a:ext cx="3553690" cy="130349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getUserRec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:map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saveUserRec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85E7CF72-0FF9-CD28-E1B7-674AFFC0F998}"/>
              </a:ext>
            </a:extLst>
          </p:cNvPr>
          <p:cNvGrpSpPr/>
          <p:nvPr/>
        </p:nvGrpSpPr>
        <p:grpSpPr>
          <a:xfrm>
            <a:off x="25036325" y="25390279"/>
            <a:ext cx="4112924" cy="2381853"/>
            <a:chOff x="15960438" y="1169706"/>
            <a:chExt cx="3553690" cy="2212792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754D2A63-2843-BFCC-4BB4-EA5A10B05077}"/>
                </a:ext>
              </a:extLst>
            </p:cNvPr>
            <p:cNvGrpSpPr/>
            <p:nvPr/>
          </p:nvGrpSpPr>
          <p:grpSpPr>
            <a:xfrm>
              <a:off x="15960438" y="1169706"/>
              <a:ext cx="3553690" cy="1274458"/>
              <a:chOff x="3512128" y="4709251"/>
              <a:chExt cx="2389909" cy="967822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6CA49CA-172F-6081-A962-E5854D50F434}"/>
                  </a:ext>
                </a:extLst>
              </p:cNvPr>
              <p:cNvSpPr/>
              <p:nvPr/>
            </p:nvSpPr>
            <p:spPr>
              <a:xfrm>
                <a:off x="3512128" y="5340928"/>
                <a:ext cx="2389909" cy="33614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EB2EF21F-E87E-BC3D-F241-20265620336C}"/>
                  </a:ext>
                </a:extLst>
              </p:cNvPr>
              <p:cNvSpPr/>
              <p:nvPr/>
            </p:nvSpPr>
            <p:spPr>
              <a:xfrm>
                <a:off x="3512128" y="4709251"/>
                <a:ext cx="2389909" cy="64240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HospitalDB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F803F5D-B716-3888-44EC-0ADF3E78F806}"/>
                </a:ext>
              </a:extLst>
            </p:cNvPr>
            <p:cNvSpPr/>
            <p:nvPr/>
          </p:nvSpPr>
          <p:spPr>
            <a:xfrm>
              <a:off x="15960438" y="2441243"/>
              <a:ext cx="3553690" cy="94125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getHospitalRec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:map</a:t>
              </a:r>
              <a:endParaRPr lang="zh-TW" alt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3AAD8548-FFF6-1E58-E231-E22A398688C9}"/>
              </a:ext>
            </a:extLst>
          </p:cNvPr>
          <p:cNvGrpSpPr/>
          <p:nvPr/>
        </p:nvGrpSpPr>
        <p:grpSpPr>
          <a:xfrm>
            <a:off x="25036325" y="7545919"/>
            <a:ext cx="4112924" cy="2769378"/>
            <a:chOff x="15960438" y="1169706"/>
            <a:chExt cx="3553690" cy="2572810"/>
          </a:xfrm>
        </p:grpSpPr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12226D4F-742F-8611-3DAC-FE6F2CE868EA}"/>
                </a:ext>
              </a:extLst>
            </p:cNvPr>
            <p:cNvGrpSpPr/>
            <p:nvPr/>
          </p:nvGrpSpPr>
          <p:grpSpPr>
            <a:xfrm>
              <a:off x="15960438" y="1169706"/>
              <a:ext cx="3553690" cy="1274458"/>
              <a:chOff x="3512128" y="4709251"/>
              <a:chExt cx="2389909" cy="967822"/>
            </a:xfrm>
          </p:grpSpPr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F54D5D5E-D348-2ED6-44DD-5537103F83DC}"/>
                  </a:ext>
                </a:extLst>
              </p:cNvPr>
              <p:cNvSpPr/>
              <p:nvPr/>
            </p:nvSpPr>
            <p:spPr>
              <a:xfrm>
                <a:off x="3512128" y="5340928"/>
                <a:ext cx="2389909" cy="33614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1D20B2FC-2874-DE77-8741-2827324EDABA}"/>
                  </a:ext>
                </a:extLst>
              </p:cNvPr>
              <p:cNvSpPr/>
              <p:nvPr/>
            </p:nvSpPr>
            <p:spPr>
              <a:xfrm>
                <a:off x="3512128" y="4709251"/>
                <a:ext cx="2389909" cy="64240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RecordDB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CC54FF94-5B71-01F3-24A5-2CACA48D9685}"/>
                </a:ext>
              </a:extLst>
            </p:cNvPr>
            <p:cNvSpPr/>
            <p:nvPr/>
          </p:nvSpPr>
          <p:spPr>
            <a:xfrm>
              <a:off x="15960438" y="2441243"/>
              <a:ext cx="3553690" cy="130127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getRecordRec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:map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saveRecordRec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</p:txBody>
        </p:sp>
      </p:grp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50C61656-6533-6D18-DD76-340CC1038A6D}"/>
              </a:ext>
            </a:extLst>
          </p:cNvPr>
          <p:cNvCxnSpPr>
            <a:cxnSpLocks/>
            <a:stCxn id="76" idx="0"/>
            <a:endCxn id="68" idx="3"/>
          </p:cNvCxnSpPr>
          <p:nvPr/>
        </p:nvCxnSpPr>
        <p:spPr>
          <a:xfrm flipH="1" flipV="1">
            <a:off x="17366215" y="16912391"/>
            <a:ext cx="1457698" cy="1527499"/>
          </a:xfrm>
          <a:prstGeom prst="straightConnector1">
            <a:avLst/>
          </a:prstGeom>
          <a:ln w="38100">
            <a:prstDash val="dash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直線單箭頭接點 116">
            <a:extLst>
              <a:ext uri="{FF2B5EF4-FFF2-40B4-BE49-F238E27FC236}">
                <a16:creationId xmlns:a16="http://schemas.microsoft.com/office/drawing/2014/main" id="{67598EF0-7FDD-422B-9275-89C3FD70F608}"/>
              </a:ext>
            </a:extLst>
          </p:cNvPr>
          <p:cNvCxnSpPr>
            <a:cxnSpLocks/>
            <a:stCxn id="71" idx="3"/>
            <a:endCxn id="23" idx="2"/>
          </p:cNvCxnSpPr>
          <p:nvPr/>
        </p:nvCxnSpPr>
        <p:spPr>
          <a:xfrm flipV="1">
            <a:off x="17366215" y="8280788"/>
            <a:ext cx="1401024" cy="954080"/>
          </a:xfrm>
          <a:prstGeom prst="straightConnector1">
            <a:avLst/>
          </a:prstGeom>
          <a:ln w="38100">
            <a:prstDash val="dash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596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F2AD9-F585-1EC2-363B-F69138FE4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3682D818-6B74-9CA4-8C23-843490F6B36C}"/>
              </a:ext>
            </a:extLst>
          </p:cNvPr>
          <p:cNvCxnSpPr>
            <a:cxnSpLocks/>
            <a:stCxn id="54" idx="3"/>
            <a:endCxn id="31" idx="1"/>
          </p:cNvCxnSpPr>
          <p:nvPr/>
        </p:nvCxnSpPr>
        <p:spPr>
          <a:xfrm>
            <a:off x="12472915" y="1454483"/>
            <a:ext cx="8003275" cy="2923382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C04171D6-D1CA-6ADF-2338-A398DF6A81FE}"/>
              </a:ext>
            </a:extLst>
          </p:cNvPr>
          <p:cNvGrpSpPr/>
          <p:nvPr/>
        </p:nvGrpSpPr>
        <p:grpSpPr>
          <a:xfrm>
            <a:off x="20476190" y="737128"/>
            <a:ext cx="3802605" cy="8896122"/>
            <a:chOff x="8241924" y="2496268"/>
            <a:chExt cx="3553690" cy="5994769"/>
          </a:xfrm>
        </p:grpSpPr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0722F391-0558-48F7-5F54-A38474AACC5E}"/>
                </a:ext>
              </a:extLst>
            </p:cNvPr>
            <p:cNvGrpSpPr/>
            <p:nvPr/>
          </p:nvGrpSpPr>
          <p:grpSpPr>
            <a:xfrm>
              <a:off x="8241924" y="2496268"/>
              <a:ext cx="3553690" cy="4158380"/>
              <a:chOff x="3512128" y="5115939"/>
              <a:chExt cx="2389909" cy="1250219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5DFD0B86-DC86-14C4-AD8A-F7948EDF010F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02523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</a:t>
                </a:r>
                <a:r>
                  <a:rPr lang="zh-TW" altLang="en-US" sz="32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userId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:int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</a:t>
                </a:r>
                <a:r>
                  <a:rPr lang="zh-TW" altLang="en-US" sz="32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name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</a:t>
                </a:r>
                <a:r>
                  <a:rPr lang="zh-TW" altLang="en-US" sz="32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birthday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gender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email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password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-picture :file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-role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-disease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freq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:string</a:t>
                </a: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65AD3DD-563F-30FD-432A-F97958F0CEA9}"/>
                  </a:ext>
                </a:extLst>
              </p:cNvPr>
              <p:cNvSpPr/>
              <p:nvPr/>
            </p:nvSpPr>
            <p:spPr>
              <a:xfrm>
                <a:off x="3512128" y="5115939"/>
                <a:ext cx="2389909" cy="22768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User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644BAC6-3D62-C51E-53DA-32C01B2F02AE}"/>
                </a:ext>
              </a:extLst>
            </p:cNvPr>
            <p:cNvSpPr/>
            <p:nvPr/>
          </p:nvSpPr>
          <p:spPr>
            <a:xfrm>
              <a:off x="8241924" y="6667713"/>
              <a:ext cx="3553690" cy="182332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inputUser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checkItem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creatUser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saveUserRec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modifyUser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</p:txBody>
        </p:sp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D4AECE51-8E54-4536-203C-0AFE2715DF6C}"/>
              </a:ext>
            </a:extLst>
          </p:cNvPr>
          <p:cNvGrpSpPr/>
          <p:nvPr/>
        </p:nvGrpSpPr>
        <p:grpSpPr>
          <a:xfrm>
            <a:off x="22964062" y="18881653"/>
            <a:ext cx="4079422" cy="3125183"/>
            <a:chOff x="15960438" y="1169706"/>
            <a:chExt cx="3553690" cy="2903361"/>
          </a:xfrm>
        </p:grpSpPr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D7250DA3-EAB7-D544-9CE3-3D8E8B009DB3}"/>
                </a:ext>
              </a:extLst>
            </p:cNvPr>
            <p:cNvGrpSpPr/>
            <p:nvPr/>
          </p:nvGrpSpPr>
          <p:grpSpPr>
            <a:xfrm>
              <a:off x="15960438" y="1169706"/>
              <a:ext cx="3553690" cy="1274458"/>
              <a:chOff x="3512128" y="4709251"/>
              <a:chExt cx="2389909" cy="967822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D0C00572-EF0B-9723-64C7-44030F03C378}"/>
                  </a:ext>
                </a:extLst>
              </p:cNvPr>
              <p:cNvSpPr/>
              <p:nvPr/>
            </p:nvSpPr>
            <p:spPr>
              <a:xfrm>
                <a:off x="3512128" y="5340928"/>
                <a:ext cx="2389909" cy="33614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BB52F95F-CC6B-A981-5183-985D72DD9F85}"/>
                  </a:ext>
                </a:extLst>
              </p:cNvPr>
              <p:cNvSpPr/>
              <p:nvPr/>
            </p:nvSpPr>
            <p:spPr>
              <a:xfrm>
                <a:off x="3512128" y="4709251"/>
                <a:ext cx="2389909" cy="64240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CallsDB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6DFCE567-4EBE-88FB-40E8-17AE29ACC47F}"/>
                </a:ext>
              </a:extLst>
            </p:cNvPr>
            <p:cNvSpPr/>
            <p:nvPr/>
          </p:nvSpPr>
          <p:spPr>
            <a:xfrm>
              <a:off x="15960438" y="2441243"/>
              <a:ext cx="3553690" cy="163182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getCallsRec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:map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saveCallsRec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deleteCallsRec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</p:txBody>
        </p:sp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CE64F6AD-A00A-BF6D-D0C0-0A144CF12D49}"/>
              </a:ext>
            </a:extLst>
          </p:cNvPr>
          <p:cNvGrpSpPr/>
          <p:nvPr/>
        </p:nvGrpSpPr>
        <p:grpSpPr>
          <a:xfrm>
            <a:off x="932947" y="4444622"/>
            <a:ext cx="3553690" cy="2407394"/>
            <a:chOff x="15960438" y="988977"/>
            <a:chExt cx="3553690" cy="2407394"/>
          </a:xfrm>
        </p:grpSpPr>
        <p:grpSp>
          <p:nvGrpSpPr>
            <p:cNvPr id="46" name="群組 45">
              <a:extLst>
                <a:ext uri="{FF2B5EF4-FFF2-40B4-BE49-F238E27FC236}">
                  <a16:creationId xmlns:a16="http://schemas.microsoft.com/office/drawing/2014/main" id="{10B5658D-0780-9399-4D5D-36606E08299D}"/>
                </a:ext>
              </a:extLst>
            </p:cNvPr>
            <p:cNvGrpSpPr/>
            <p:nvPr/>
          </p:nvGrpSpPr>
          <p:grpSpPr>
            <a:xfrm>
              <a:off x="15960438" y="988977"/>
              <a:ext cx="3553690" cy="1455196"/>
              <a:chOff x="3512128" y="4572000"/>
              <a:chExt cx="2389909" cy="1105073"/>
            </a:xfrm>
          </p:grpSpPr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1C1BF105-E9AE-5DFD-A1F1-4E3DB87F966E}"/>
                  </a:ext>
                </a:extLst>
              </p:cNvPr>
              <p:cNvSpPr/>
              <p:nvPr/>
            </p:nvSpPr>
            <p:spPr>
              <a:xfrm>
                <a:off x="3512128" y="5340928"/>
                <a:ext cx="2389909" cy="33614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E037E470-6660-0DE3-F70B-CF9F2CB6B380}"/>
                  </a:ext>
                </a:extLst>
              </p:cNvPr>
              <p:cNvSpPr/>
              <p:nvPr/>
            </p:nvSpPr>
            <p:spPr>
              <a:xfrm>
                <a:off x="3512128" y="4572000"/>
                <a:ext cx="2389909" cy="76892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Dr.wApp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A9A8A650-79AB-F8B4-654D-FCC3F8E057E4}"/>
                </a:ext>
              </a:extLst>
            </p:cNvPr>
            <p:cNvSpPr/>
            <p:nvPr/>
          </p:nvSpPr>
          <p:spPr>
            <a:xfrm>
              <a:off x="15960438" y="2441243"/>
              <a:ext cx="3553690" cy="9551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zh-TW" altLang="en-US" sz="3200" dirty="0">
                  <a:solidFill>
                    <a:schemeClr val="tx1"/>
                  </a:solidFill>
                </a:rPr>
                <a:t> </a:t>
              </a:r>
              <a:r>
                <a:rPr lang="en-US" altLang="zh-TW" sz="3200" dirty="0">
                  <a:solidFill>
                    <a:schemeClr val="tx1"/>
                  </a:solidFill>
                </a:rPr>
                <a:t>run() :void</a:t>
              </a:r>
            </a:p>
          </p:txBody>
        </p:sp>
      </p:grp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5103D0DD-FDB4-4509-D81B-698762643822}"/>
              </a:ext>
            </a:extLst>
          </p:cNvPr>
          <p:cNvGrpSpPr/>
          <p:nvPr/>
        </p:nvGrpSpPr>
        <p:grpSpPr>
          <a:xfrm>
            <a:off x="8919225" y="1006344"/>
            <a:ext cx="3553690" cy="3360778"/>
            <a:chOff x="8241924" y="2348340"/>
            <a:chExt cx="3553690" cy="3360778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9ED446E7-DF99-AA28-ECB7-01F2F1718B89}"/>
                </a:ext>
              </a:extLst>
            </p:cNvPr>
            <p:cNvGrpSpPr/>
            <p:nvPr/>
          </p:nvGrpSpPr>
          <p:grpSpPr>
            <a:xfrm>
              <a:off x="8241924" y="2348340"/>
              <a:ext cx="3553690" cy="1457833"/>
              <a:chOff x="3512128" y="5071461"/>
              <a:chExt cx="2389909" cy="438298"/>
            </a:xfrm>
          </p:grpSpPr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EF23B178-7C79-6E39-94E8-F53940D85ADA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6883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50C0A535-0609-ABCF-122B-FD66C9D4A429}"/>
                  </a:ext>
                </a:extLst>
              </p:cNvPr>
              <p:cNvSpPr/>
              <p:nvPr/>
            </p:nvSpPr>
            <p:spPr>
              <a:xfrm>
                <a:off x="3512128" y="5071461"/>
                <a:ext cx="2389909" cy="26946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UserUI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97F56104-F1D9-AEF3-4690-476C87BD7EA2}"/>
                </a:ext>
              </a:extLst>
            </p:cNvPr>
            <p:cNvSpPr/>
            <p:nvPr/>
          </p:nvSpPr>
          <p:spPr>
            <a:xfrm>
              <a:off x="8241924" y="3806174"/>
              <a:ext cx="3553690" cy="190294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inputUser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creatUser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modifyUser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</p:txBody>
        </p:sp>
      </p:grp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60F244EF-9172-473F-BFC5-0AB71E6EBE2C}"/>
              </a:ext>
            </a:extLst>
          </p:cNvPr>
          <p:cNvSpPr txBox="1"/>
          <p:nvPr/>
        </p:nvSpPr>
        <p:spPr>
          <a:xfrm>
            <a:off x="19937477" y="3434125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F498F42D-F3D3-90A4-503B-BCD866B8B8F7}"/>
              </a:ext>
            </a:extLst>
          </p:cNvPr>
          <p:cNvSpPr txBox="1"/>
          <p:nvPr/>
        </p:nvSpPr>
        <p:spPr>
          <a:xfrm>
            <a:off x="26316226" y="3756220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6B54206-FAD8-AEC7-11E6-EA6D82A3165B}"/>
              </a:ext>
            </a:extLst>
          </p:cNvPr>
          <p:cNvSpPr txBox="1"/>
          <p:nvPr/>
        </p:nvSpPr>
        <p:spPr>
          <a:xfrm>
            <a:off x="8404379" y="2095238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F5A24C90-BB8A-F1FB-0455-D916853DA476}"/>
              </a:ext>
            </a:extLst>
          </p:cNvPr>
          <p:cNvCxnSpPr>
            <a:cxnSpLocks/>
            <a:stCxn id="49" idx="3"/>
            <a:endCxn id="54" idx="1"/>
          </p:cNvCxnSpPr>
          <p:nvPr/>
        </p:nvCxnSpPr>
        <p:spPr>
          <a:xfrm flipV="1">
            <a:off x="4486637" y="1454483"/>
            <a:ext cx="4432588" cy="3496413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D18D6434-D196-9971-4099-8DD94052BFEB}"/>
              </a:ext>
            </a:extLst>
          </p:cNvPr>
          <p:cNvSpPr txBox="1"/>
          <p:nvPr/>
        </p:nvSpPr>
        <p:spPr>
          <a:xfrm>
            <a:off x="5378029" y="2545384"/>
            <a:ext cx="1333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/>
              <a:t>userUI</a:t>
            </a:r>
            <a:endParaRPr lang="zh-TW" altLang="en-US" sz="3200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1BB95D8C-B2D4-954F-AAC3-C98B2C11EDAD}"/>
              </a:ext>
            </a:extLst>
          </p:cNvPr>
          <p:cNvSpPr txBox="1"/>
          <p:nvPr/>
        </p:nvSpPr>
        <p:spPr>
          <a:xfrm>
            <a:off x="16440856" y="2248831"/>
            <a:ext cx="1116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user</a:t>
            </a:r>
            <a:endParaRPr lang="zh-TW" altLang="en-US" sz="3200" dirty="0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7624210B-7782-D156-A93E-F5EE4CA3D8AA}"/>
              </a:ext>
            </a:extLst>
          </p:cNvPr>
          <p:cNvSpPr txBox="1"/>
          <p:nvPr/>
        </p:nvSpPr>
        <p:spPr>
          <a:xfrm>
            <a:off x="24782561" y="3726512"/>
            <a:ext cx="14626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>
                <a:solidFill>
                  <a:schemeClr val="tx1"/>
                </a:solidFill>
              </a:rPr>
              <a:t>User</a:t>
            </a:r>
            <a:r>
              <a:rPr lang="en-US" altLang="zh-TW" sz="3200" dirty="0" err="1"/>
              <a:t>DB</a:t>
            </a:r>
            <a:endParaRPr lang="zh-TW" altLang="en-US" sz="3200" dirty="0"/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CE15317A-960B-E93A-CD65-1608CED76B96}"/>
              </a:ext>
            </a:extLst>
          </p:cNvPr>
          <p:cNvCxnSpPr>
            <a:cxnSpLocks/>
            <a:stCxn id="31" idx="3"/>
            <a:endCxn id="6" idx="1"/>
          </p:cNvCxnSpPr>
          <p:nvPr/>
        </p:nvCxnSpPr>
        <p:spPr>
          <a:xfrm>
            <a:off x="24278795" y="4377865"/>
            <a:ext cx="2784847" cy="20518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F47E5989-61D6-EB90-0098-733914983B4A}"/>
              </a:ext>
            </a:extLst>
          </p:cNvPr>
          <p:cNvGrpSpPr/>
          <p:nvPr/>
        </p:nvGrpSpPr>
        <p:grpSpPr>
          <a:xfrm>
            <a:off x="8894317" y="10943379"/>
            <a:ext cx="3553690" cy="3360778"/>
            <a:chOff x="8241924" y="2348340"/>
            <a:chExt cx="3553690" cy="3360778"/>
          </a:xfrm>
        </p:grpSpPr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BBAD4BFE-B24B-8D0B-AD7F-A62607FBCADC}"/>
                </a:ext>
              </a:extLst>
            </p:cNvPr>
            <p:cNvGrpSpPr/>
            <p:nvPr/>
          </p:nvGrpSpPr>
          <p:grpSpPr>
            <a:xfrm>
              <a:off x="8241924" y="2348340"/>
              <a:ext cx="3553690" cy="1457833"/>
              <a:chOff x="3512128" y="5071461"/>
              <a:chExt cx="2389909" cy="438298"/>
            </a:xfrm>
          </p:grpSpPr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8784F921-8AC3-066C-346C-9CCABC2CCB1F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6883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5CC5444B-C0A5-1AEC-E742-C3792AB1C3CC}"/>
                  </a:ext>
                </a:extLst>
              </p:cNvPr>
              <p:cNvSpPr/>
              <p:nvPr/>
            </p:nvSpPr>
            <p:spPr>
              <a:xfrm>
                <a:off x="3512128" y="5071461"/>
                <a:ext cx="2389909" cy="26946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CallsUI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2769303-02C1-3F73-B506-6CA804A96926}"/>
                </a:ext>
              </a:extLst>
            </p:cNvPr>
            <p:cNvSpPr/>
            <p:nvPr/>
          </p:nvSpPr>
          <p:spPr>
            <a:xfrm>
              <a:off x="8241924" y="3806174"/>
              <a:ext cx="3553690" cy="190294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creatCalls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deleteCalls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modifyCalls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CD340609-062C-8757-BFAF-BA91AEDC7EFA}"/>
              </a:ext>
            </a:extLst>
          </p:cNvPr>
          <p:cNvGrpSpPr/>
          <p:nvPr/>
        </p:nvGrpSpPr>
        <p:grpSpPr>
          <a:xfrm>
            <a:off x="8691568" y="5817549"/>
            <a:ext cx="3974743" cy="3831798"/>
            <a:chOff x="8241924" y="2348340"/>
            <a:chExt cx="3553690" cy="3831798"/>
          </a:xfrm>
        </p:grpSpPr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5CA5FBB3-45FC-8602-1272-C3E6565CCA51}"/>
                </a:ext>
              </a:extLst>
            </p:cNvPr>
            <p:cNvGrpSpPr/>
            <p:nvPr/>
          </p:nvGrpSpPr>
          <p:grpSpPr>
            <a:xfrm>
              <a:off x="8241924" y="2348340"/>
              <a:ext cx="3553690" cy="1457833"/>
              <a:chOff x="3512128" y="5071461"/>
              <a:chExt cx="2389909" cy="438298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5BA5D8E4-5873-A402-16B7-64A78EF6C260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6883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9153A565-47BF-DC67-511D-8FD6794DBDD6}"/>
                  </a:ext>
                </a:extLst>
              </p:cNvPr>
              <p:cNvSpPr/>
              <p:nvPr/>
            </p:nvSpPr>
            <p:spPr>
              <a:xfrm>
                <a:off x="3512128" y="5071461"/>
                <a:ext cx="2389909" cy="26946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RecordUI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1E63F1B8-AFD4-1677-2674-549AA7067D73}"/>
                </a:ext>
              </a:extLst>
            </p:cNvPr>
            <p:cNvSpPr/>
            <p:nvPr/>
          </p:nvSpPr>
          <p:spPr>
            <a:xfrm>
              <a:off x="8241924" y="3806174"/>
              <a:ext cx="3553690" cy="237396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showRecord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creatRecord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writeRecord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updateRecord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</p:txBody>
        </p:sp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CC654053-ACE6-18A1-5E7C-6053DE968393}"/>
              </a:ext>
            </a:extLst>
          </p:cNvPr>
          <p:cNvGrpSpPr/>
          <p:nvPr/>
        </p:nvGrpSpPr>
        <p:grpSpPr>
          <a:xfrm>
            <a:off x="7658742" y="22925199"/>
            <a:ext cx="4162372" cy="2495267"/>
            <a:chOff x="8241924" y="2348340"/>
            <a:chExt cx="3553690" cy="2495267"/>
          </a:xfrm>
        </p:grpSpPr>
        <p:grpSp>
          <p:nvGrpSpPr>
            <p:cNvPr id="43" name="群組 42">
              <a:extLst>
                <a:ext uri="{FF2B5EF4-FFF2-40B4-BE49-F238E27FC236}">
                  <a16:creationId xmlns:a16="http://schemas.microsoft.com/office/drawing/2014/main" id="{F47AC57A-FD8D-5399-7F30-C54098C08D1D}"/>
                </a:ext>
              </a:extLst>
            </p:cNvPr>
            <p:cNvGrpSpPr/>
            <p:nvPr/>
          </p:nvGrpSpPr>
          <p:grpSpPr>
            <a:xfrm>
              <a:off x="8241924" y="2348340"/>
              <a:ext cx="3553690" cy="1457833"/>
              <a:chOff x="3512128" y="5071461"/>
              <a:chExt cx="2389909" cy="438298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EAD585ED-2049-2C36-74C2-7521B0CB5801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6883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2731C5A7-4F1F-98A2-101E-368FEF244BAA}"/>
                  </a:ext>
                </a:extLst>
              </p:cNvPr>
              <p:cNvSpPr/>
              <p:nvPr/>
            </p:nvSpPr>
            <p:spPr>
              <a:xfrm>
                <a:off x="3512128" y="5071461"/>
                <a:ext cx="2389909" cy="26946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HospitalUI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E9DE8647-8CE3-0181-C4E0-05D1B1242164}"/>
                </a:ext>
              </a:extLst>
            </p:cNvPr>
            <p:cNvSpPr/>
            <p:nvPr/>
          </p:nvSpPr>
          <p:spPr>
            <a:xfrm>
              <a:off x="8241924" y="3806174"/>
              <a:ext cx="3553690" cy="103743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searchHospital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</p:txBody>
        </p:sp>
      </p:grp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3CE9F1D2-6D44-C520-0A78-53CC8F76C38B}"/>
              </a:ext>
            </a:extLst>
          </p:cNvPr>
          <p:cNvGrpSpPr/>
          <p:nvPr/>
        </p:nvGrpSpPr>
        <p:grpSpPr>
          <a:xfrm>
            <a:off x="14543098" y="5599491"/>
            <a:ext cx="4164878" cy="9358187"/>
            <a:chOff x="8241924" y="2496267"/>
            <a:chExt cx="3553690" cy="5710885"/>
          </a:xfrm>
        </p:grpSpPr>
        <p:grpSp>
          <p:nvGrpSpPr>
            <p:cNvPr id="67" name="群組 66">
              <a:extLst>
                <a:ext uri="{FF2B5EF4-FFF2-40B4-BE49-F238E27FC236}">
                  <a16:creationId xmlns:a16="http://schemas.microsoft.com/office/drawing/2014/main" id="{43EA5CDB-FA66-94F0-8F77-588FC1177E5D}"/>
                </a:ext>
              </a:extLst>
            </p:cNvPr>
            <p:cNvGrpSpPr/>
            <p:nvPr/>
          </p:nvGrpSpPr>
          <p:grpSpPr>
            <a:xfrm>
              <a:off x="8241924" y="2496267"/>
              <a:ext cx="3553690" cy="3721893"/>
              <a:chOff x="3512128" y="5115939"/>
              <a:chExt cx="2389909" cy="1118989"/>
            </a:xfrm>
          </p:grpSpPr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95E94EDF-F542-2233-FE5D-13E7BF184C10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89400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</a:t>
                </a:r>
                <a:r>
                  <a:rPr lang="zh-TW" altLang="en-US" sz="32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recordId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:int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date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photo :file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type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oktime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caremode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ifcall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choosekind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recording :string</a:t>
                </a:r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C091145D-9F1B-FBE2-BD2F-EAE4DA31B3C2}"/>
                  </a:ext>
                </a:extLst>
              </p:cNvPr>
              <p:cNvSpPr/>
              <p:nvPr/>
            </p:nvSpPr>
            <p:spPr>
              <a:xfrm>
                <a:off x="3512128" y="5115939"/>
                <a:ext cx="2389909" cy="22768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Record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E2AFCD94-E4E9-7CEE-183C-06AE92EC5A77}"/>
                </a:ext>
              </a:extLst>
            </p:cNvPr>
            <p:cNvSpPr/>
            <p:nvPr/>
          </p:nvSpPr>
          <p:spPr>
            <a:xfrm>
              <a:off x="8241924" y="6212450"/>
              <a:ext cx="3553690" cy="199470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showRecord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creatRecord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saveRecordRec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writeRecord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updateRecord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</p:txBody>
        </p:sp>
      </p:grp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EFE829DE-60AC-4467-3EB6-2C78BEB3EA5D}"/>
              </a:ext>
            </a:extLst>
          </p:cNvPr>
          <p:cNvGrpSpPr/>
          <p:nvPr/>
        </p:nvGrpSpPr>
        <p:grpSpPr>
          <a:xfrm>
            <a:off x="15601640" y="16275856"/>
            <a:ext cx="3915954" cy="6340912"/>
            <a:chOff x="8241924" y="2496269"/>
            <a:chExt cx="3553690" cy="5357770"/>
          </a:xfrm>
        </p:grpSpPr>
        <p:grpSp>
          <p:nvGrpSpPr>
            <p:cNvPr id="73" name="群組 72">
              <a:extLst>
                <a:ext uri="{FF2B5EF4-FFF2-40B4-BE49-F238E27FC236}">
                  <a16:creationId xmlns:a16="http://schemas.microsoft.com/office/drawing/2014/main" id="{D9227133-0948-7E84-C5C1-E297F08987D4}"/>
                </a:ext>
              </a:extLst>
            </p:cNvPr>
            <p:cNvGrpSpPr/>
            <p:nvPr/>
          </p:nvGrpSpPr>
          <p:grpSpPr>
            <a:xfrm>
              <a:off x="8241924" y="2496269"/>
              <a:ext cx="3553690" cy="2838465"/>
              <a:chOff x="3512128" y="5115940"/>
              <a:chExt cx="2389909" cy="853386"/>
            </a:xfrm>
          </p:grpSpPr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E68DE558-DCB8-8CCB-A5AE-94FE97A058A7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62839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callId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:int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day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time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freq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:string</a:t>
                </a:r>
              </a:p>
            </p:txBody>
          </p:sp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47F4E4CA-A520-56E0-0CE8-C732A96836A0}"/>
                  </a:ext>
                </a:extLst>
              </p:cNvPr>
              <p:cNvSpPr/>
              <p:nvPr/>
            </p:nvSpPr>
            <p:spPr>
              <a:xfrm>
                <a:off x="3512128" y="5115940"/>
                <a:ext cx="2389909" cy="22768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Calls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2B7FBBD5-8643-2016-DB73-58A60C2FE878}"/>
                </a:ext>
              </a:extLst>
            </p:cNvPr>
            <p:cNvSpPr/>
            <p:nvPr/>
          </p:nvSpPr>
          <p:spPr>
            <a:xfrm>
              <a:off x="8241924" y="5334738"/>
              <a:ext cx="3553690" cy="251930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creatCalls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deleteCalls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saveCallsRec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modifyCalls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</p:txBody>
        </p:sp>
      </p:grp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4DE3890C-B839-B055-E684-8E9E4CBDCFE2}"/>
              </a:ext>
            </a:extLst>
          </p:cNvPr>
          <p:cNvGrpSpPr/>
          <p:nvPr/>
        </p:nvGrpSpPr>
        <p:grpSpPr>
          <a:xfrm>
            <a:off x="15301475" y="28260988"/>
            <a:ext cx="4127252" cy="7224755"/>
            <a:chOff x="8241924" y="2496267"/>
            <a:chExt cx="3553690" cy="5171375"/>
          </a:xfrm>
        </p:grpSpPr>
        <p:grpSp>
          <p:nvGrpSpPr>
            <p:cNvPr id="78" name="群組 77">
              <a:extLst>
                <a:ext uri="{FF2B5EF4-FFF2-40B4-BE49-F238E27FC236}">
                  <a16:creationId xmlns:a16="http://schemas.microsoft.com/office/drawing/2014/main" id="{32532781-B060-2287-26BA-73C55E9521FC}"/>
                </a:ext>
              </a:extLst>
            </p:cNvPr>
            <p:cNvGrpSpPr/>
            <p:nvPr/>
          </p:nvGrpSpPr>
          <p:grpSpPr>
            <a:xfrm>
              <a:off x="8241924" y="2496267"/>
              <a:ext cx="3553690" cy="4499580"/>
              <a:chOff x="3512128" y="5115939"/>
              <a:chExt cx="2389909" cy="1352801"/>
            </a:xfrm>
          </p:grpSpPr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97164493-B053-5557-56F7-BD51E7968A20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12781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hospitalId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:int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name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city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district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department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-address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lat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:double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lng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:double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phone :string</a:t>
                </a:r>
              </a:p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picture :file</a:t>
                </a:r>
              </a:p>
            </p:txBody>
          </p:sp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5CDCCAEF-47E2-41D7-A41B-92635402CD68}"/>
                  </a:ext>
                </a:extLst>
              </p:cNvPr>
              <p:cNvSpPr/>
              <p:nvPr/>
            </p:nvSpPr>
            <p:spPr>
              <a:xfrm>
                <a:off x="3512128" y="5115939"/>
                <a:ext cx="2389909" cy="22768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Hospital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BD7188CE-579E-3AE9-0500-F3A799701248}"/>
                </a:ext>
              </a:extLst>
            </p:cNvPr>
            <p:cNvSpPr/>
            <p:nvPr/>
          </p:nvSpPr>
          <p:spPr>
            <a:xfrm>
              <a:off x="8241924" y="6995849"/>
              <a:ext cx="3553690" cy="67179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searchHospital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</p:txBody>
        </p:sp>
      </p:grp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F5AAD247-037B-4CBF-077C-B1E60021ABE3}"/>
              </a:ext>
            </a:extLst>
          </p:cNvPr>
          <p:cNvGrpSpPr/>
          <p:nvPr/>
        </p:nvGrpSpPr>
        <p:grpSpPr>
          <a:xfrm>
            <a:off x="3545356" y="17403451"/>
            <a:ext cx="3553690" cy="2495267"/>
            <a:chOff x="8241924" y="2348340"/>
            <a:chExt cx="3553690" cy="2495267"/>
          </a:xfrm>
        </p:grpSpPr>
        <p:grpSp>
          <p:nvGrpSpPr>
            <p:cNvPr id="83" name="群組 82">
              <a:extLst>
                <a:ext uri="{FF2B5EF4-FFF2-40B4-BE49-F238E27FC236}">
                  <a16:creationId xmlns:a16="http://schemas.microsoft.com/office/drawing/2014/main" id="{C10B0703-ED0F-3901-63BB-4FC107B228F3}"/>
                </a:ext>
              </a:extLst>
            </p:cNvPr>
            <p:cNvGrpSpPr/>
            <p:nvPr/>
          </p:nvGrpSpPr>
          <p:grpSpPr>
            <a:xfrm>
              <a:off x="8241924" y="2348340"/>
              <a:ext cx="3553690" cy="1457833"/>
              <a:chOff x="3512128" y="5071461"/>
              <a:chExt cx="2389909" cy="438298"/>
            </a:xfrm>
          </p:grpSpPr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723944DA-290B-CD07-B7E5-C0EC440047FC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6883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70DEA974-8454-EAD0-1772-4AFD67657783}"/>
                  </a:ext>
                </a:extLst>
              </p:cNvPr>
              <p:cNvSpPr/>
              <p:nvPr/>
            </p:nvSpPr>
            <p:spPr>
              <a:xfrm>
                <a:off x="3512128" y="5071461"/>
                <a:ext cx="2389909" cy="26946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BoardUI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0E9D6B60-A21E-2753-4424-B684CB0901DB}"/>
                </a:ext>
              </a:extLst>
            </p:cNvPr>
            <p:cNvSpPr/>
            <p:nvPr/>
          </p:nvSpPr>
          <p:spPr>
            <a:xfrm>
              <a:off x="8241924" y="3806174"/>
              <a:ext cx="3553690" cy="103743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strikeBoard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</p:txBody>
        </p:sp>
      </p:grp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319D0287-68E1-946E-AF08-05341B35E6ED}"/>
              </a:ext>
            </a:extLst>
          </p:cNvPr>
          <p:cNvGrpSpPr/>
          <p:nvPr/>
        </p:nvGrpSpPr>
        <p:grpSpPr>
          <a:xfrm>
            <a:off x="3551924" y="21757472"/>
            <a:ext cx="3535174" cy="2490208"/>
            <a:chOff x="8241923" y="2496264"/>
            <a:chExt cx="3553691" cy="1857871"/>
          </a:xfrm>
        </p:grpSpPr>
        <p:grpSp>
          <p:nvGrpSpPr>
            <p:cNvPr id="88" name="群組 87">
              <a:extLst>
                <a:ext uri="{FF2B5EF4-FFF2-40B4-BE49-F238E27FC236}">
                  <a16:creationId xmlns:a16="http://schemas.microsoft.com/office/drawing/2014/main" id="{6475EDBD-3470-4A63-F14F-5BF43F721E8B}"/>
                </a:ext>
              </a:extLst>
            </p:cNvPr>
            <p:cNvGrpSpPr/>
            <p:nvPr/>
          </p:nvGrpSpPr>
          <p:grpSpPr>
            <a:xfrm>
              <a:off x="8241924" y="2496264"/>
              <a:ext cx="3553690" cy="1166384"/>
              <a:chOff x="3512128" y="5115939"/>
              <a:chExt cx="2389909" cy="350674"/>
            </a:xfrm>
          </p:grpSpPr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00F26CE9-1DE5-99A7-5C8C-15E63076EF84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256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4F169A60-7A37-63FB-A9E6-9C1D21CAC73A}"/>
                  </a:ext>
                </a:extLst>
              </p:cNvPr>
              <p:cNvSpPr/>
              <p:nvPr/>
            </p:nvSpPr>
            <p:spPr>
              <a:xfrm>
                <a:off x="3512128" y="5115939"/>
                <a:ext cx="2389909" cy="22768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Board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09C796F6-5235-6578-9FF2-A6D248E804B7}"/>
                </a:ext>
              </a:extLst>
            </p:cNvPr>
            <p:cNvSpPr/>
            <p:nvPr/>
          </p:nvSpPr>
          <p:spPr>
            <a:xfrm>
              <a:off x="8241923" y="3659235"/>
              <a:ext cx="3553691" cy="6949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strikeBoard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</p:txBody>
        </p:sp>
      </p:grp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D81FC644-F2D0-708A-3CA8-6A536DBA55CD}"/>
              </a:ext>
            </a:extLst>
          </p:cNvPr>
          <p:cNvGrpSpPr/>
          <p:nvPr/>
        </p:nvGrpSpPr>
        <p:grpSpPr>
          <a:xfrm>
            <a:off x="3595693" y="25627313"/>
            <a:ext cx="3535174" cy="2490208"/>
            <a:chOff x="8241923" y="2496264"/>
            <a:chExt cx="3553691" cy="1857871"/>
          </a:xfrm>
        </p:grpSpPr>
        <p:grpSp>
          <p:nvGrpSpPr>
            <p:cNvPr id="93" name="群組 92">
              <a:extLst>
                <a:ext uri="{FF2B5EF4-FFF2-40B4-BE49-F238E27FC236}">
                  <a16:creationId xmlns:a16="http://schemas.microsoft.com/office/drawing/2014/main" id="{EA105256-BF7E-2DBA-53A8-0E86F0566890}"/>
                </a:ext>
              </a:extLst>
            </p:cNvPr>
            <p:cNvGrpSpPr/>
            <p:nvPr/>
          </p:nvGrpSpPr>
          <p:grpSpPr>
            <a:xfrm>
              <a:off x="8241924" y="2496264"/>
              <a:ext cx="3553690" cy="1166384"/>
              <a:chOff x="3512128" y="5115939"/>
              <a:chExt cx="2389909" cy="350674"/>
            </a:xfrm>
          </p:grpSpPr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11DEC9B3-433A-ED96-8AB0-0B17BD4561DC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256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03446364-D44D-34EE-0A05-BA14FAA8F7B0}"/>
                  </a:ext>
                </a:extLst>
              </p:cNvPr>
              <p:cNvSpPr/>
              <p:nvPr/>
            </p:nvSpPr>
            <p:spPr>
              <a:xfrm>
                <a:off x="3512128" y="5115939"/>
                <a:ext cx="2389909" cy="22768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Web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C6078DB4-3812-CC27-92DE-A0B34BF2CB36}"/>
                </a:ext>
              </a:extLst>
            </p:cNvPr>
            <p:cNvSpPr/>
            <p:nvPr/>
          </p:nvSpPr>
          <p:spPr>
            <a:xfrm>
              <a:off x="8241923" y="3659235"/>
              <a:ext cx="3553691" cy="6949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runPath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:void</a:t>
              </a:r>
            </a:p>
          </p:txBody>
        </p:sp>
      </p:grp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4BEFEB32-F707-4262-3EDB-E92B6574DFA0}"/>
              </a:ext>
            </a:extLst>
          </p:cNvPr>
          <p:cNvGrpSpPr/>
          <p:nvPr/>
        </p:nvGrpSpPr>
        <p:grpSpPr>
          <a:xfrm>
            <a:off x="28402302" y="20499382"/>
            <a:ext cx="4640388" cy="3563276"/>
            <a:chOff x="8241923" y="2496256"/>
            <a:chExt cx="3553691" cy="1857879"/>
          </a:xfrm>
        </p:grpSpPr>
        <p:grpSp>
          <p:nvGrpSpPr>
            <p:cNvPr id="98" name="群組 97">
              <a:extLst>
                <a:ext uri="{FF2B5EF4-FFF2-40B4-BE49-F238E27FC236}">
                  <a16:creationId xmlns:a16="http://schemas.microsoft.com/office/drawing/2014/main" id="{583B1532-9D7A-A1BE-AB15-47ED1874F65A}"/>
                </a:ext>
              </a:extLst>
            </p:cNvPr>
            <p:cNvGrpSpPr/>
            <p:nvPr/>
          </p:nvGrpSpPr>
          <p:grpSpPr>
            <a:xfrm>
              <a:off x="8241924" y="2496256"/>
              <a:ext cx="3553690" cy="1166387"/>
              <a:chOff x="3512128" y="5115938"/>
              <a:chExt cx="2389909" cy="350675"/>
            </a:xfrm>
          </p:grpSpPr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16A776EF-0F06-CB70-E2D9-A8E97B881A2A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256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2427F3FE-3834-89CE-F483-7F966FB186EE}"/>
                  </a:ext>
                </a:extLst>
              </p:cNvPr>
              <p:cNvSpPr/>
              <p:nvPr/>
            </p:nvSpPr>
            <p:spPr>
              <a:xfrm>
                <a:off x="3512128" y="5115938"/>
                <a:ext cx="2389909" cy="22768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GoogleMapsAPI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3F26868F-FA9D-5147-02C3-96AF2E601079}"/>
                </a:ext>
              </a:extLst>
            </p:cNvPr>
            <p:cNvSpPr/>
            <p:nvPr/>
          </p:nvSpPr>
          <p:spPr>
            <a:xfrm>
              <a:off x="8241923" y="3659235"/>
              <a:ext cx="3553690" cy="6949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getHospital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:map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getNewRecord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:map</a:t>
              </a:r>
            </a:p>
          </p:txBody>
        </p:sp>
      </p:grp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2C8F4BD7-0610-9930-3673-A2C306AA2FEC}"/>
              </a:ext>
            </a:extLst>
          </p:cNvPr>
          <p:cNvGrpSpPr/>
          <p:nvPr/>
        </p:nvGrpSpPr>
        <p:grpSpPr>
          <a:xfrm>
            <a:off x="27063642" y="12742089"/>
            <a:ext cx="4033975" cy="2490208"/>
            <a:chOff x="8241923" y="2496264"/>
            <a:chExt cx="3553691" cy="1857871"/>
          </a:xfrm>
        </p:grpSpPr>
        <p:grpSp>
          <p:nvGrpSpPr>
            <p:cNvPr id="108" name="群組 107">
              <a:extLst>
                <a:ext uri="{FF2B5EF4-FFF2-40B4-BE49-F238E27FC236}">
                  <a16:creationId xmlns:a16="http://schemas.microsoft.com/office/drawing/2014/main" id="{68FC4060-E1F3-D1E1-BCA9-E2F71083C623}"/>
                </a:ext>
              </a:extLst>
            </p:cNvPr>
            <p:cNvGrpSpPr/>
            <p:nvPr/>
          </p:nvGrpSpPr>
          <p:grpSpPr>
            <a:xfrm>
              <a:off x="8241924" y="2496264"/>
              <a:ext cx="3553690" cy="1166384"/>
              <a:chOff x="3512128" y="5115939"/>
              <a:chExt cx="2389909" cy="350674"/>
            </a:xfrm>
          </p:grpSpPr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FECBE344-DA5B-85ED-4581-94A29F015547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256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4FBF32C5-9C4F-CCD7-81EB-D8BC9D02BA62}"/>
                  </a:ext>
                </a:extLst>
              </p:cNvPr>
              <p:cNvSpPr/>
              <p:nvPr/>
            </p:nvSpPr>
            <p:spPr>
              <a:xfrm>
                <a:off x="3512128" y="5115939"/>
                <a:ext cx="2389909" cy="22768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OpenAPI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BB428AA9-C3AF-C5BB-AD20-1C2A45B98E12}"/>
                </a:ext>
              </a:extLst>
            </p:cNvPr>
            <p:cNvSpPr/>
            <p:nvPr/>
          </p:nvSpPr>
          <p:spPr>
            <a:xfrm>
              <a:off x="8241923" y="3659235"/>
              <a:ext cx="3553691" cy="6949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getNewRecord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:map</a:t>
              </a:r>
            </a:p>
          </p:txBody>
        </p:sp>
      </p:grpSp>
      <p:cxnSp>
        <p:nvCxnSpPr>
          <p:cNvPr id="112" name="直線單箭頭接點 111">
            <a:extLst>
              <a:ext uri="{FF2B5EF4-FFF2-40B4-BE49-F238E27FC236}">
                <a16:creationId xmlns:a16="http://schemas.microsoft.com/office/drawing/2014/main" id="{DBC545DB-01CD-9296-5D3A-C5AB311EE344}"/>
              </a:ext>
            </a:extLst>
          </p:cNvPr>
          <p:cNvCxnSpPr>
            <a:cxnSpLocks/>
            <a:stCxn id="47" idx="3"/>
            <a:endCxn id="86" idx="0"/>
          </p:cNvCxnSpPr>
          <p:nvPr/>
        </p:nvCxnSpPr>
        <p:spPr>
          <a:xfrm>
            <a:off x="4486637" y="6374452"/>
            <a:ext cx="835564" cy="11028999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直線單箭頭接點 112">
            <a:extLst>
              <a:ext uri="{FF2B5EF4-FFF2-40B4-BE49-F238E27FC236}">
                <a16:creationId xmlns:a16="http://schemas.microsoft.com/office/drawing/2014/main" id="{3858097B-766C-7149-51BB-62B57D415D19}"/>
              </a:ext>
            </a:extLst>
          </p:cNvPr>
          <p:cNvCxnSpPr>
            <a:cxnSpLocks/>
            <a:stCxn id="49" idx="3"/>
            <a:endCxn id="19" idx="1"/>
          </p:cNvCxnSpPr>
          <p:nvPr/>
        </p:nvCxnSpPr>
        <p:spPr>
          <a:xfrm>
            <a:off x="4486637" y="4950896"/>
            <a:ext cx="4407680" cy="8401789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線單箭頭接點 113">
            <a:extLst>
              <a:ext uri="{FF2B5EF4-FFF2-40B4-BE49-F238E27FC236}">
                <a16:creationId xmlns:a16="http://schemas.microsoft.com/office/drawing/2014/main" id="{C48BDC6F-B6AF-E4E7-4634-588DAD9A679B}"/>
              </a:ext>
            </a:extLst>
          </p:cNvPr>
          <p:cNvCxnSpPr>
            <a:cxnSpLocks/>
            <a:stCxn id="49" idx="3"/>
            <a:endCxn id="34" idx="1"/>
          </p:cNvCxnSpPr>
          <p:nvPr/>
        </p:nvCxnSpPr>
        <p:spPr>
          <a:xfrm>
            <a:off x="4486637" y="4950896"/>
            <a:ext cx="4204931" cy="3511469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直線單箭頭接點 121">
            <a:extLst>
              <a:ext uri="{FF2B5EF4-FFF2-40B4-BE49-F238E27FC236}">
                <a16:creationId xmlns:a16="http://schemas.microsoft.com/office/drawing/2014/main" id="{6ACBB1D6-6D03-B32A-1A7C-BD7D2133E7C4}"/>
              </a:ext>
            </a:extLst>
          </p:cNvPr>
          <p:cNvCxnSpPr>
            <a:cxnSpLocks/>
            <a:stCxn id="49" idx="3"/>
            <a:endCxn id="64" idx="0"/>
          </p:cNvCxnSpPr>
          <p:nvPr/>
        </p:nvCxnSpPr>
        <p:spPr>
          <a:xfrm>
            <a:off x="4486637" y="4950896"/>
            <a:ext cx="5253291" cy="17974303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直線單箭頭接點 133">
            <a:extLst>
              <a:ext uri="{FF2B5EF4-FFF2-40B4-BE49-F238E27FC236}">
                <a16:creationId xmlns:a16="http://schemas.microsoft.com/office/drawing/2014/main" id="{8F411211-D2B2-1ABE-65C6-AF76D9D17CE0}"/>
              </a:ext>
            </a:extLst>
          </p:cNvPr>
          <p:cNvCxnSpPr>
            <a:cxnSpLocks/>
            <a:stCxn id="40" idx="3"/>
            <a:endCxn id="71" idx="1"/>
          </p:cNvCxnSpPr>
          <p:nvPr/>
        </p:nvCxnSpPr>
        <p:spPr>
          <a:xfrm flipV="1">
            <a:off x="12666311" y="6219978"/>
            <a:ext cx="1876787" cy="45710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線單箭頭接點 134">
            <a:extLst>
              <a:ext uri="{FF2B5EF4-FFF2-40B4-BE49-F238E27FC236}">
                <a16:creationId xmlns:a16="http://schemas.microsoft.com/office/drawing/2014/main" id="{C3C5ED6C-2849-99BE-8B77-C40A57033511}"/>
              </a:ext>
            </a:extLst>
          </p:cNvPr>
          <p:cNvCxnSpPr>
            <a:cxnSpLocks/>
            <a:stCxn id="44" idx="2"/>
            <a:endCxn id="80" idx="1"/>
          </p:cNvCxnSpPr>
          <p:nvPr/>
        </p:nvCxnSpPr>
        <p:spPr>
          <a:xfrm>
            <a:off x="9739928" y="25420466"/>
            <a:ext cx="5561547" cy="6506367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直線單箭頭接點 135">
            <a:extLst>
              <a:ext uri="{FF2B5EF4-FFF2-40B4-BE49-F238E27FC236}">
                <a16:creationId xmlns:a16="http://schemas.microsoft.com/office/drawing/2014/main" id="{FFC84863-1B1F-CC06-E507-5E7DBF7CE269}"/>
              </a:ext>
            </a:extLst>
          </p:cNvPr>
          <p:cNvCxnSpPr>
            <a:cxnSpLocks/>
            <a:stCxn id="84" idx="2"/>
            <a:endCxn id="91" idx="0"/>
          </p:cNvCxnSpPr>
          <p:nvPr/>
        </p:nvCxnSpPr>
        <p:spPr>
          <a:xfrm flipH="1">
            <a:off x="5319512" y="19898718"/>
            <a:ext cx="2689" cy="1858754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直線單箭頭接點 152">
            <a:extLst>
              <a:ext uri="{FF2B5EF4-FFF2-40B4-BE49-F238E27FC236}">
                <a16:creationId xmlns:a16="http://schemas.microsoft.com/office/drawing/2014/main" id="{89914C63-4D92-55AD-A349-DB148146D99A}"/>
              </a:ext>
            </a:extLst>
          </p:cNvPr>
          <p:cNvCxnSpPr>
            <a:cxnSpLocks/>
            <a:stCxn id="19" idx="3"/>
            <a:endCxn id="75" idx="1"/>
          </p:cNvCxnSpPr>
          <p:nvPr/>
        </p:nvCxnSpPr>
        <p:spPr>
          <a:xfrm>
            <a:off x="12448007" y="13352685"/>
            <a:ext cx="3153633" cy="5045657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直線單箭頭接點 156">
            <a:extLst>
              <a:ext uri="{FF2B5EF4-FFF2-40B4-BE49-F238E27FC236}">
                <a16:creationId xmlns:a16="http://schemas.microsoft.com/office/drawing/2014/main" id="{DDF26E5A-3C98-E67D-4FAE-345A089B31E8}"/>
              </a:ext>
            </a:extLst>
          </p:cNvPr>
          <p:cNvCxnSpPr>
            <a:cxnSpLocks/>
            <a:stCxn id="89" idx="2"/>
            <a:endCxn id="96" idx="0"/>
          </p:cNvCxnSpPr>
          <p:nvPr/>
        </p:nvCxnSpPr>
        <p:spPr>
          <a:xfrm>
            <a:off x="5319511" y="24247680"/>
            <a:ext cx="43770" cy="1379633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直線單箭頭接點 162">
            <a:extLst>
              <a:ext uri="{FF2B5EF4-FFF2-40B4-BE49-F238E27FC236}">
                <a16:creationId xmlns:a16="http://schemas.microsoft.com/office/drawing/2014/main" id="{730ED976-5156-BFCA-D1BD-59A372A6C920}"/>
              </a:ext>
            </a:extLst>
          </p:cNvPr>
          <p:cNvCxnSpPr>
            <a:cxnSpLocks/>
            <a:stCxn id="68" idx="3"/>
            <a:endCxn id="38" idx="1"/>
          </p:cNvCxnSpPr>
          <p:nvPr/>
        </p:nvCxnSpPr>
        <p:spPr>
          <a:xfrm flipV="1">
            <a:off x="18707976" y="10269380"/>
            <a:ext cx="8236537" cy="3053981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直線單箭頭接點 166">
            <a:extLst>
              <a:ext uri="{FF2B5EF4-FFF2-40B4-BE49-F238E27FC236}">
                <a16:creationId xmlns:a16="http://schemas.microsoft.com/office/drawing/2014/main" id="{AE5B63C5-0463-69A8-513E-6AB49CC51201}"/>
              </a:ext>
            </a:extLst>
          </p:cNvPr>
          <p:cNvCxnSpPr>
            <a:cxnSpLocks/>
            <a:stCxn id="80" idx="3"/>
            <a:endCxn id="30" idx="1"/>
          </p:cNvCxnSpPr>
          <p:nvPr/>
        </p:nvCxnSpPr>
        <p:spPr>
          <a:xfrm>
            <a:off x="19428727" y="31926833"/>
            <a:ext cx="5437379" cy="516688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直線單箭頭接點 167">
            <a:extLst>
              <a:ext uri="{FF2B5EF4-FFF2-40B4-BE49-F238E27FC236}">
                <a16:creationId xmlns:a16="http://schemas.microsoft.com/office/drawing/2014/main" id="{7895A1E0-D082-2543-D093-4B14AE19D4C2}"/>
              </a:ext>
            </a:extLst>
          </p:cNvPr>
          <p:cNvCxnSpPr>
            <a:cxnSpLocks/>
            <a:stCxn id="75" idx="3"/>
            <a:endCxn id="27" idx="1"/>
          </p:cNvCxnSpPr>
          <p:nvPr/>
        </p:nvCxnSpPr>
        <p:spPr>
          <a:xfrm>
            <a:off x="19517594" y="18398342"/>
            <a:ext cx="3446468" cy="938598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直線單箭頭接點 199">
            <a:extLst>
              <a:ext uri="{FF2B5EF4-FFF2-40B4-BE49-F238E27FC236}">
                <a16:creationId xmlns:a16="http://schemas.microsoft.com/office/drawing/2014/main" id="{835A08C9-5246-1E22-5B75-B9C6FA21549C}"/>
              </a:ext>
            </a:extLst>
          </p:cNvPr>
          <p:cNvCxnSpPr>
            <a:cxnSpLocks/>
            <a:stCxn id="68" idx="3"/>
            <a:endCxn id="111" idx="1"/>
          </p:cNvCxnSpPr>
          <p:nvPr/>
        </p:nvCxnSpPr>
        <p:spPr>
          <a:xfrm flipV="1">
            <a:off x="18707976" y="13249622"/>
            <a:ext cx="8355667" cy="73739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直線單箭頭接點 200">
            <a:extLst>
              <a:ext uri="{FF2B5EF4-FFF2-40B4-BE49-F238E27FC236}">
                <a16:creationId xmlns:a16="http://schemas.microsoft.com/office/drawing/2014/main" id="{6F118E75-7AC3-E2D3-032C-1CCAFBB04DEF}"/>
              </a:ext>
            </a:extLst>
          </p:cNvPr>
          <p:cNvCxnSpPr>
            <a:cxnSpLocks/>
            <a:stCxn id="68" idx="3"/>
            <a:endCxn id="101" idx="0"/>
          </p:cNvCxnSpPr>
          <p:nvPr/>
        </p:nvCxnSpPr>
        <p:spPr>
          <a:xfrm>
            <a:off x="18707976" y="13323361"/>
            <a:ext cx="12014521" cy="7176021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直線單箭頭接點 205">
            <a:extLst>
              <a:ext uri="{FF2B5EF4-FFF2-40B4-BE49-F238E27FC236}">
                <a16:creationId xmlns:a16="http://schemas.microsoft.com/office/drawing/2014/main" id="{7A937193-6EBE-1515-2323-B2ACFAB088CC}"/>
              </a:ext>
            </a:extLst>
          </p:cNvPr>
          <p:cNvCxnSpPr>
            <a:cxnSpLocks/>
            <a:stCxn id="80" idx="3"/>
            <a:endCxn id="99" idx="2"/>
          </p:cNvCxnSpPr>
          <p:nvPr/>
        </p:nvCxnSpPr>
        <p:spPr>
          <a:xfrm flipV="1">
            <a:off x="19428727" y="24062658"/>
            <a:ext cx="11293769" cy="7864175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3" name="文字方塊 212">
            <a:extLst>
              <a:ext uri="{FF2B5EF4-FFF2-40B4-BE49-F238E27FC236}">
                <a16:creationId xmlns:a16="http://schemas.microsoft.com/office/drawing/2014/main" id="{DD88C117-2457-2DDA-DA91-F8F9C9A32CB6}"/>
              </a:ext>
            </a:extLst>
          </p:cNvPr>
          <p:cNvSpPr txBox="1"/>
          <p:nvPr/>
        </p:nvSpPr>
        <p:spPr>
          <a:xfrm>
            <a:off x="9625395" y="21757472"/>
            <a:ext cx="1914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/>
              <a:t>hospitalUI</a:t>
            </a:r>
            <a:endParaRPr lang="zh-TW" altLang="en-US" sz="3200" dirty="0"/>
          </a:p>
        </p:txBody>
      </p:sp>
      <p:sp>
        <p:nvSpPr>
          <p:cNvPr id="214" name="文字方塊 213">
            <a:extLst>
              <a:ext uri="{FF2B5EF4-FFF2-40B4-BE49-F238E27FC236}">
                <a16:creationId xmlns:a16="http://schemas.microsoft.com/office/drawing/2014/main" id="{ACC3B370-5505-7761-3E76-E4E9D9607137}"/>
              </a:ext>
            </a:extLst>
          </p:cNvPr>
          <p:cNvSpPr txBox="1"/>
          <p:nvPr/>
        </p:nvSpPr>
        <p:spPr>
          <a:xfrm>
            <a:off x="7530530" y="10267356"/>
            <a:ext cx="1333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/>
              <a:t>callsUI</a:t>
            </a:r>
            <a:endParaRPr lang="zh-TW" altLang="en-US" sz="3200" dirty="0"/>
          </a:p>
        </p:txBody>
      </p:sp>
      <p:sp>
        <p:nvSpPr>
          <p:cNvPr id="215" name="文字方塊 214">
            <a:extLst>
              <a:ext uri="{FF2B5EF4-FFF2-40B4-BE49-F238E27FC236}">
                <a16:creationId xmlns:a16="http://schemas.microsoft.com/office/drawing/2014/main" id="{DD5CA7BA-CB9D-6398-B3C5-152FE2E88093}"/>
              </a:ext>
            </a:extLst>
          </p:cNvPr>
          <p:cNvSpPr txBox="1"/>
          <p:nvPr/>
        </p:nvSpPr>
        <p:spPr>
          <a:xfrm>
            <a:off x="3631337" y="16455330"/>
            <a:ext cx="1623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/>
              <a:t>boardUI</a:t>
            </a:r>
            <a:endParaRPr lang="zh-TW" altLang="en-US" sz="3200" dirty="0"/>
          </a:p>
        </p:txBody>
      </p:sp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B8D34CCE-860B-3DDC-8FE9-C9E8D458AA02}"/>
              </a:ext>
            </a:extLst>
          </p:cNvPr>
          <p:cNvSpPr txBox="1"/>
          <p:nvPr/>
        </p:nvSpPr>
        <p:spPr>
          <a:xfrm>
            <a:off x="6589102" y="6104235"/>
            <a:ext cx="1744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/>
              <a:t>recordUI</a:t>
            </a:r>
            <a:endParaRPr lang="zh-TW" altLang="en-US" sz="3200" dirty="0"/>
          </a:p>
        </p:txBody>
      </p:sp>
      <p:sp>
        <p:nvSpPr>
          <p:cNvPr id="217" name="文字方塊 216">
            <a:extLst>
              <a:ext uri="{FF2B5EF4-FFF2-40B4-BE49-F238E27FC236}">
                <a16:creationId xmlns:a16="http://schemas.microsoft.com/office/drawing/2014/main" id="{4F5C5DB8-DAD7-53F2-C13D-4626D8183DE1}"/>
              </a:ext>
            </a:extLst>
          </p:cNvPr>
          <p:cNvSpPr txBox="1"/>
          <p:nvPr/>
        </p:nvSpPr>
        <p:spPr>
          <a:xfrm>
            <a:off x="5693211" y="24814807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18" name="文字方塊 217">
            <a:extLst>
              <a:ext uri="{FF2B5EF4-FFF2-40B4-BE49-F238E27FC236}">
                <a16:creationId xmlns:a16="http://schemas.microsoft.com/office/drawing/2014/main" id="{B67C460D-2D26-E5BE-9612-1B2CADEE1842}"/>
              </a:ext>
            </a:extLst>
          </p:cNvPr>
          <p:cNvSpPr txBox="1"/>
          <p:nvPr/>
        </p:nvSpPr>
        <p:spPr>
          <a:xfrm>
            <a:off x="13991986" y="6418889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19" name="文字方塊 218">
            <a:extLst>
              <a:ext uri="{FF2B5EF4-FFF2-40B4-BE49-F238E27FC236}">
                <a16:creationId xmlns:a16="http://schemas.microsoft.com/office/drawing/2014/main" id="{99ADF03E-8045-9E78-9226-A1AB8EDCA1A6}"/>
              </a:ext>
            </a:extLst>
          </p:cNvPr>
          <p:cNvSpPr txBox="1"/>
          <p:nvPr/>
        </p:nvSpPr>
        <p:spPr>
          <a:xfrm>
            <a:off x="8824249" y="21757472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20" name="文字方塊 219">
            <a:extLst>
              <a:ext uri="{FF2B5EF4-FFF2-40B4-BE49-F238E27FC236}">
                <a16:creationId xmlns:a16="http://schemas.microsoft.com/office/drawing/2014/main" id="{DCE28C0D-0FC5-E78C-4534-3A64C23BC9EE}"/>
              </a:ext>
            </a:extLst>
          </p:cNvPr>
          <p:cNvSpPr txBox="1"/>
          <p:nvPr/>
        </p:nvSpPr>
        <p:spPr>
          <a:xfrm>
            <a:off x="8440274" y="11888951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21" name="文字方塊 220">
            <a:extLst>
              <a:ext uri="{FF2B5EF4-FFF2-40B4-BE49-F238E27FC236}">
                <a16:creationId xmlns:a16="http://schemas.microsoft.com/office/drawing/2014/main" id="{BB521164-1823-A49C-858B-9F034B88BEF7}"/>
              </a:ext>
            </a:extLst>
          </p:cNvPr>
          <p:cNvSpPr txBox="1"/>
          <p:nvPr/>
        </p:nvSpPr>
        <p:spPr>
          <a:xfrm>
            <a:off x="8246471" y="7379923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22" name="文字方塊 221">
            <a:extLst>
              <a:ext uri="{FF2B5EF4-FFF2-40B4-BE49-F238E27FC236}">
                <a16:creationId xmlns:a16="http://schemas.microsoft.com/office/drawing/2014/main" id="{6358869E-850C-CC76-22F7-EDD7512A084A}"/>
              </a:ext>
            </a:extLst>
          </p:cNvPr>
          <p:cNvSpPr txBox="1"/>
          <p:nvPr/>
        </p:nvSpPr>
        <p:spPr>
          <a:xfrm>
            <a:off x="14724679" y="30614192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23" name="文字方塊 222">
            <a:extLst>
              <a:ext uri="{FF2B5EF4-FFF2-40B4-BE49-F238E27FC236}">
                <a16:creationId xmlns:a16="http://schemas.microsoft.com/office/drawing/2014/main" id="{E6996FAD-3769-5F10-B600-DC08FBF51A62}"/>
              </a:ext>
            </a:extLst>
          </p:cNvPr>
          <p:cNvSpPr txBox="1"/>
          <p:nvPr/>
        </p:nvSpPr>
        <p:spPr>
          <a:xfrm>
            <a:off x="15107672" y="17112658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24" name="文字方塊 223">
            <a:extLst>
              <a:ext uri="{FF2B5EF4-FFF2-40B4-BE49-F238E27FC236}">
                <a16:creationId xmlns:a16="http://schemas.microsoft.com/office/drawing/2014/main" id="{9F90CB33-7DC8-54CB-39D2-FEFD100AA09C}"/>
              </a:ext>
            </a:extLst>
          </p:cNvPr>
          <p:cNvSpPr txBox="1"/>
          <p:nvPr/>
        </p:nvSpPr>
        <p:spPr>
          <a:xfrm>
            <a:off x="5570167" y="16488836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25" name="文字方塊 224">
            <a:extLst>
              <a:ext uri="{FF2B5EF4-FFF2-40B4-BE49-F238E27FC236}">
                <a16:creationId xmlns:a16="http://schemas.microsoft.com/office/drawing/2014/main" id="{07934863-91EB-7426-401F-D86055CB2DE1}"/>
              </a:ext>
            </a:extLst>
          </p:cNvPr>
          <p:cNvSpPr txBox="1"/>
          <p:nvPr/>
        </p:nvSpPr>
        <p:spPr>
          <a:xfrm>
            <a:off x="5664354" y="20912783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26" name="文字方塊 225">
            <a:extLst>
              <a:ext uri="{FF2B5EF4-FFF2-40B4-BE49-F238E27FC236}">
                <a16:creationId xmlns:a16="http://schemas.microsoft.com/office/drawing/2014/main" id="{1C10198B-7365-F2F4-9C5D-94823D351C42}"/>
              </a:ext>
            </a:extLst>
          </p:cNvPr>
          <p:cNvSpPr txBox="1"/>
          <p:nvPr/>
        </p:nvSpPr>
        <p:spPr>
          <a:xfrm>
            <a:off x="14096422" y="15332707"/>
            <a:ext cx="1116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calls</a:t>
            </a:r>
            <a:endParaRPr lang="zh-TW" altLang="en-US" sz="3200" dirty="0"/>
          </a:p>
        </p:txBody>
      </p:sp>
      <p:sp>
        <p:nvSpPr>
          <p:cNvPr id="227" name="文字方塊 226">
            <a:extLst>
              <a:ext uri="{FF2B5EF4-FFF2-40B4-BE49-F238E27FC236}">
                <a16:creationId xmlns:a16="http://schemas.microsoft.com/office/drawing/2014/main" id="{D68D3EF9-98A3-92AA-7D4A-453D5789FD77}"/>
              </a:ext>
            </a:extLst>
          </p:cNvPr>
          <p:cNvSpPr txBox="1"/>
          <p:nvPr/>
        </p:nvSpPr>
        <p:spPr>
          <a:xfrm>
            <a:off x="3922038" y="20912784"/>
            <a:ext cx="1512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board</a:t>
            </a:r>
            <a:endParaRPr lang="zh-TW" altLang="en-US" sz="3200" dirty="0"/>
          </a:p>
        </p:txBody>
      </p:sp>
      <p:sp>
        <p:nvSpPr>
          <p:cNvPr id="228" name="文字方塊 227">
            <a:extLst>
              <a:ext uri="{FF2B5EF4-FFF2-40B4-BE49-F238E27FC236}">
                <a16:creationId xmlns:a16="http://schemas.microsoft.com/office/drawing/2014/main" id="{DDC3CD22-FD42-748B-2653-918D49968D77}"/>
              </a:ext>
            </a:extLst>
          </p:cNvPr>
          <p:cNvSpPr txBox="1"/>
          <p:nvPr/>
        </p:nvSpPr>
        <p:spPr>
          <a:xfrm>
            <a:off x="12267547" y="27760709"/>
            <a:ext cx="1741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hospital</a:t>
            </a:r>
            <a:endParaRPr lang="zh-TW" altLang="en-US" sz="3200" dirty="0"/>
          </a:p>
        </p:txBody>
      </p:sp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5D4ABF3E-82C0-0F52-4E38-E840CD311C8A}"/>
              </a:ext>
            </a:extLst>
          </p:cNvPr>
          <p:cNvSpPr txBox="1"/>
          <p:nvPr/>
        </p:nvSpPr>
        <p:spPr>
          <a:xfrm>
            <a:off x="12938673" y="5649742"/>
            <a:ext cx="1589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record</a:t>
            </a:r>
            <a:endParaRPr lang="zh-TW" altLang="en-US" sz="3200" dirty="0"/>
          </a:p>
        </p:txBody>
      </p:sp>
      <p:sp>
        <p:nvSpPr>
          <p:cNvPr id="230" name="文字方塊 229">
            <a:extLst>
              <a:ext uri="{FF2B5EF4-FFF2-40B4-BE49-F238E27FC236}">
                <a16:creationId xmlns:a16="http://schemas.microsoft.com/office/drawing/2014/main" id="{318F3117-144D-BBAF-80D9-8AA1596863E8}"/>
              </a:ext>
            </a:extLst>
          </p:cNvPr>
          <p:cNvSpPr txBox="1"/>
          <p:nvPr/>
        </p:nvSpPr>
        <p:spPr>
          <a:xfrm>
            <a:off x="4117107" y="24814807"/>
            <a:ext cx="1741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web</a:t>
            </a:r>
            <a:endParaRPr lang="zh-TW" altLang="en-US" sz="3200" dirty="0"/>
          </a:p>
        </p:txBody>
      </p:sp>
      <p:sp>
        <p:nvSpPr>
          <p:cNvPr id="231" name="文字方塊 230">
            <a:extLst>
              <a:ext uri="{FF2B5EF4-FFF2-40B4-BE49-F238E27FC236}">
                <a16:creationId xmlns:a16="http://schemas.microsoft.com/office/drawing/2014/main" id="{FFF51072-AD95-4ACE-853F-F183D4F36F49}"/>
              </a:ext>
            </a:extLst>
          </p:cNvPr>
          <p:cNvSpPr txBox="1"/>
          <p:nvPr/>
        </p:nvSpPr>
        <p:spPr>
          <a:xfrm>
            <a:off x="30334890" y="24633276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32" name="文字方塊 231">
            <a:extLst>
              <a:ext uri="{FF2B5EF4-FFF2-40B4-BE49-F238E27FC236}">
                <a16:creationId xmlns:a16="http://schemas.microsoft.com/office/drawing/2014/main" id="{ACC2871E-FBED-671C-8C26-9C0D22ECA647}"/>
              </a:ext>
            </a:extLst>
          </p:cNvPr>
          <p:cNvSpPr txBox="1"/>
          <p:nvPr/>
        </p:nvSpPr>
        <p:spPr>
          <a:xfrm>
            <a:off x="22438638" y="18493820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33" name="文字方塊 232">
            <a:extLst>
              <a:ext uri="{FF2B5EF4-FFF2-40B4-BE49-F238E27FC236}">
                <a16:creationId xmlns:a16="http://schemas.microsoft.com/office/drawing/2014/main" id="{74D21F42-26C2-D49D-E8F0-8382B0BA9AC8}"/>
              </a:ext>
            </a:extLst>
          </p:cNvPr>
          <p:cNvSpPr txBox="1"/>
          <p:nvPr/>
        </p:nvSpPr>
        <p:spPr>
          <a:xfrm>
            <a:off x="26422669" y="12539128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34" name="文字方塊 233">
            <a:extLst>
              <a:ext uri="{FF2B5EF4-FFF2-40B4-BE49-F238E27FC236}">
                <a16:creationId xmlns:a16="http://schemas.microsoft.com/office/drawing/2014/main" id="{7951C7F9-8D8A-2F04-EDF9-AE16D66B9FDC}"/>
              </a:ext>
            </a:extLst>
          </p:cNvPr>
          <p:cNvSpPr txBox="1"/>
          <p:nvPr/>
        </p:nvSpPr>
        <p:spPr>
          <a:xfrm>
            <a:off x="26122423" y="9709250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35" name="文字方塊 234">
            <a:extLst>
              <a:ext uri="{FF2B5EF4-FFF2-40B4-BE49-F238E27FC236}">
                <a16:creationId xmlns:a16="http://schemas.microsoft.com/office/drawing/2014/main" id="{21D626C8-3A49-13B3-1126-D19E55A3CD50}"/>
              </a:ext>
            </a:extLst>
          </p:cNvPr>
          <p:cNvSpPr txBox="1"/>
          <p:nvPr/>
        </p:nvSpPr>
        <p:spPr>
          <a:xfrm>
            <a:off x="30334890" y="19606330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238" name="文字方塊 237">
            <a:extLst>
              <a:ext uri="{FF2B5EF4-FFF2-40B4-BE49-F238E27FC236}">
                <a16:creationId xmlns:a16="http://schemas.microsoft.com/office/drawing/2014/main" id="{51C7EFCB-884D-E254-0C94-E034705893F7}"/>
              </a:ext>
            </a:extLst>
          </p:cNvPr>
          <p:cNvSpPr txBox="1"/>
          <p:nvPr/>
        </p:nvSpPr>
        <p:spPr>
          <a:xfrm>
            <a:off x="21504434" y="31389511"/>
            <a:ext cx="2488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>
                <a:solidFill>
                  <a:schemeClr val="tx1"/>
                </a:solidFill>
              </a:rPr>
              <a:t>Hospital</a:t>
            </a:r>
            <a:r>
              <a:rPr lang="en-US" altLang="zh-TW" sz="3200" dirty="0" err="1"/>
              <a:t>DB</a:t>
            </a:r>
            <a:endParaRPr lang="zh-TW" altLang="en-US" sz="3200" dirty="0"/>
          </a:p>
        </p:txBody>
      </p:sp>
      <p:sp>
        <p:nvSpPr>
          <p:cNvPr id="239" name="文字方塊 238">
            <a:extLst>
              <a:ext uri="{FF2B5EF4-FFF2-40B4-BE49-F238E27FC236}">
                <a16:creationId xmlns:a16="http://schemas.microsoft.com/office/drawing/2014/main" id="{C7DB1E39-23A5-D86E-F5FA-9A18B03095A6}"/>
              </a:ext>
            </a:extLst>
          </p:cNvPr>
          <p:cNvSpPr txBox="1"/>
          <p:nvPr/>
        </p:nvSpPr>
        <p:spPr>
          <a:xfrm>
            <a:off x="20390885" y="18021052"/>
            <a:ext cx="1473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>
                <a:solidFill>
                  <a:schemeClr val="tx1"/>
                </a:solidFill>
              </a:rPr>
              <a:t>Calls</a:t>
            </a:r>
            <a:r>
              <a:rPr lang="en-US" altLang="zh-TW" sz="3200" dirty="0" err="1"/>
              <a:t>DB</a:t>
            </a:r>
            <a:endParaRPr lang="zh-TW" altLang="en-US" sz="3200" dirty="0"/>
          </a:p>
        </p:txBody>
      </p:sp>
      <p:sp>
        <p:nvSpPr>
          <p:cNvPr id="240" name="文字方塊 239">
            <a:extLst>
              <a:ext uri="{FF2B5EF4-FFF2-40B4-BE49-F238E27FC236}">
                <a16:creationId xmlns:a16="http://schemas.microsoft.com/office/drawing/2014/main" id="{29701ED3-C78F-CBFE-7C8F-CE04C6C49A10}"/>
              </a:ext>
            </a:extLst>
          </p:cNvPr>
          <p:cNvSpPr txBox="1"/>
          <p:nvPr/>
        </p:nvSpPr>
        <p:spPr>
          <a:xfrm>
            <a:off x="21856670" y="10770334"/>
            <a:ext cx="22147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>
                <a:solidFill>
                  <a:schemeClr val="tx1"/>
                </a:solidFill>
              </a:rPr>
              <a:t>Record</a:t>
            </a:r>
            <a:r>
              <a:rPr lang="en-US" altLang="zh-TW" sz="3200" dirty="0" err="1"/>
              <a:t>DB</a:t>
            </a:r>
            <a:endParaRPr lang="zh-TW" altLang="en-US" sz="3200" dirty="0"/>
          </a:p>
        </p:txBody>
      </p:sp>
      <p:sp>
        <p:nvSpPr>
          <p:cNvPr id="241" name="文字方塊 240">
            <a:extLst>
              <a:ext uri="{FF2B5EF4-FFF2-40B4-BE49-F238E27FC236}">
                <a16:creationId xmlns:a16="http://schemas.microsoft.com/office/drawing/2014/main" id="{FAD8295F-270D-815D-8830-24D13BA1FA72}"/>
              </a:ext>
            </a:extLst>
          </p:cNvPr>
          <p:cNvSpPr txBox="1"/>
          <p:nvPr/>
        </p:nvSpPr>
        <p:spPr>
          <a:xfrm>
            <a:off x="26629700" y="27206711"/>
            <a:ext cx="2888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 err="1">
                <a:solidFill>
                  <a:schemeClr val="tx1"/>
                </a:solidFill>
              </a:rPr>
              <a:t>GoogleMapsAPI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242" name="文字方塊 241">
            <a:extLst>
              <a:ext uri="{FF2B5EF4-FFF2-40B4-BE49-F238E27FC236}">
                <a16:creationId xmlns:a16="http://schemas.microsoft.com/office/drawing/2014/main" id="{9D2AF5EA-8289-457D-722C-5BCF54595B92}"/>
              </a:ext>
            </a:extLst>
          </p:cNvPr>
          <p:cNvSpPr txBox="1"/>
          <p:nvPr/>
        </p:nvSpPr>
        <p:spPr>
          <a:xfrm>
            <a:off x="22826244" y="12636737"/>
            <a:ext cx="1706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</a:rPr>
              <a:t>OpenAPI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245" name="文字方塊 244">
            <a:extLst>
              <a:ext uri="{FF2B5EF4-FFF2-40B4-BE49-F238E27FC236}">
                <a16:creationId xmlns:a16="http://schemas.microsoft.com/office/drawing/2014/main" id="{8B60A282-8C08-3211-3F44-5E9268EFAE91}"/>
              </a:ext>
            </a:extLst>
          </p:cNvPr>
          <p:cNvSpPr txBox="1"/>
          <p:nvPr/>
        </p:nvSpPr>
        <p:spPr>
          <a:xfrm>
            <a:off x="24278795" y="31681898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B814E174-548A-85EE-F868-15679B54D385}"/>
              </a:ext>
            </a:extLst>
          </p:cNvPr>
          <p:cNvSpPr txBox="1"/>
          <p:nvPr/>
        </p:nvSpPr>
        <p:spPr>
          <a:xfrm>
            <a:off x="19520655" y="7947184"/>
            <a:ext cx="78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0..*</a:t>
            </a:r>
            <a:endParaRPr lang="zh-TW" altLang="en-US" sz="2800" dirty="0"/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E2C3196C-A318-163D-806E-7A2404C0261E}"/>
              </a:ext>
            </a:extLst>
          </p:cNvPr>
          <p:cNvSpPr txBox="1"/>
          <p:nvPr/>
        </p:nvSpPr>
        <p:spPr>
          <a:xfrm>
            <a:off x="17250055" y="15146076"/>
            <a:ext cx="78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0..*</a:t>
            </a:r>
            <a:endParaRPr lang="zh-TW" altLang="en-US" sz="2800" dirty="0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B8CCB22C-9E3F-BF03-1810-92900384AB93}"/>
              </a:ext>
            </a:extLst>
          </p:cNvPr>
          <p:cNvGrpSpPr/>
          <p:nvPr/>
        </p:nvGrpSpPr>
        <p:grpSpPr>
          <a:xfrm>
            <a:off x="27063642" y="3264788"/>
            <a:ext cx="3830775" cy="2771768"/>
            <a:chOff x="15960437" y="1169704"/>
            <a:chExt cx="3553691" cy="2575031"/>
          </a:xfrm>
        </p:grpSpPr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382B9D76-5D89-7A28-0502-77A6E1A25B77}"/>
                </a:ext>
              </a:extLst>
            </p:cNvPr>
            <p:cNvGrpSpPr/>
            <p:nvPr/>
          </p:nvGrpSpPr>
          <p:grpSpPr>
            <a:xfrm>
              <a:off x="15960437" y="1169704"/>
              <a:ext cx="3553691" cy="1274456"/>
              <a:chOff x="3512128" y="4709252"/>
              <a:chExt cx="2389910" cy="967821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A4A4C0A-BA8F-D903-9F27-F0E85BD0D117}"/>
                  </a:ext>
                </a:extLst>
              </p:cNvPr>
              <p:cNvSpPr/>
              <p:nvPr/>
            </p:nvSpPr>
            <p:spPr>
              <a:xfrm>
                <a:off x="3512128" y="5340928"/>
                <a:ext cx="2389909" cy="33614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A4F34BF-7998-80F0-4759-66E3AA93FD1B}"/>
                  </a:ext>
                </a:extLst>
              </p:cNvPr>
              <p:cNvSpPr/>
              <p:nvPr/>
            </p:nvSpPr>
            <p:spPr>
              <a:xfrm>
                <a:off x="3512129" y="4709252"/>
                <a:ext cx="2389909" cy="64240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UserDB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500F5B7-135B-1136-FBCF-33C2432AD608}"/>
                </a:ext>
              </a:extLst>
            </p:cNvPr>
            <p:cNvSpPr/>
            <p:nvPr/>
          </p:nvSpPr>
          <p:spPr>
            <a:xfrm>
              <a:off x="15960438" y="2441243"/>
              <a:ext cx="3553690" cy="130349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getUserRec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:map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saveUserRec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E7EAF51B-AFB2-DE5D-2F82-C1CD3EB67CC1}"/>
              </a:ext>
            </a:extLst>
          </p:cNvPr>
          <p:cNvGrpSpPr/>
          <p:nvPr/>
        </p:nvGrpSpPr>
        <p:grpSpPr>
          <a:xfrm>
            <a:off x="24866106" y="31988234"/>
            <a:ext cx="4112924" cy="2381853"/>
            <a:chOff x="15960438" y="1169706"/>
            <a:chExt cx="3553690" cy="2212792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3C347803-ED37-77A4-8D16-00EAC12451B2}"/>
                </a:ext>
              </a:extLst>
            </p:cNvPr>
            <p:cNvGrpSpPr/>
            <p:nvPr/>
          </p:nvGrpSpPr>
          <p:grpSpPr>
            <a:xfrm>
              <a:off x="15960438" y="1169706"/>
              <a:ext cx="3553690" cy="1274458"/>
              <a:chOff x="3512128" y="4709251"/>
              <a:chExt cx="2389909" cy="967822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3718C529-08D0-7792-D658-6248A0F28B7B}"/>
                  </a:ext>
                </a:extLst>
              </p:cNvPr>
              <p:cNvSpPr/>
              <p:nvPr/>
            </p:nvSpPr>
            <p:spPr>
              <a:xfrm>
                <a:off x="3512128" y="5340928"/>
                <a:ext cx="2389909" cy="33614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589474C6-834C-1A49-D407-C2E16B66A9DA}"/>
                  </a:ext>
                </a:extLst>
              </p:cNvPr>
              <p:cNvSpPr/>
              <p:nvPr/>
            </p:nvSpPr>
            <p:spPr>
              <a:xfrm>
                <a:off x="3512128" y="4709251"/>
                <a:ext cx="2389909" cy="64240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HospitalDB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27B87BF-1B95-1A6C-0AE1-59402614F4C4}"/>
                </a:ext>
              </a:extLst>
            </p:cNvPr>
            <p:cNvSpPr/>
            <p:nvPr/>
          </p:nvSpPr>
          <p:spPr>
            <a:xfrm>
              <a:off x="15960438" y="2441243"/>
              <a:ext cx="3553690" cy="94125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getHospitalRec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:map</a:t>
              </a:r>
              <a:endParaRPr lang="zh-TW" alt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6D0CDBC2-7204-16AF-0372-5953200630AF}"/>
              </a:ext>
            </a:extLst>
          </p:cNvPr>
          <p:cNvGrpSpPr/>
          <p:nvPr/>
        </p:nvGrpSpPr>
        <p:grpSpPr>
          <a:xfrm>
            <a:off x="26944513" y="7628352"/>
            <a:ext cx="4529204" cy="3913371"/>
            <a:chOff x="15960438" y="1169706"/>
            <a:chExt cx="3553690" cy="3635603"/>
          </a:xfrm>
        </p:grpSpPr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5AFE2BB8-8C10-48BF-E284-1C8E72C7440F}"/>
                </a:ext>
              </a:extLst>
            </p:cNvPr>
            <p:cNvGrpSpPr/>
            <p:nvPr/>
          </p:nvGrpSpPr>
          <p:grpSpPr>
            <a:xfrm>
              <a:off x="15960438" y="1169706"/>
              <a:ext cx="3553690" cy="1274458"/>
              <a:chOff x="3512128" y="4709251"/>
              <a:chExt cx="2389909" cy="967822"/>
            </a:xfrm>
          </p:grpSpPr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31B320CC-B62F-7774-6FA6-307EBFFBACD8}"/>
                  </a:ext>
                </a:extLst>
              </p:cNvPr>
              <p:cNvSpPr/>
              <p:nvPr/>
            </p:nvSpPr>
            <p:spPr>
              <a:xfrm>
                <a:off x="3512128" y="5340928"/>
                <a:ext cx="2389909" cy="33614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5C605542-CCEF-38F3-38C2-844A0CBF6EFE}"/>
                  </a:ext>
                </a:extLst>
              </p:cNvPr>
              <p:cNvSpPr/>
              <p:nvPr/>
            </p:nvSpPr>
            <p:spPr>
              <a:xfrm>
                <a:off x="3512128" y="4709251"/>
                <a:ext cx="2389909" cy="64240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RecordDB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73F0EFC8-96BE-9B47-927D-6289D03B1646}"/>
                </a:ext>
              </a:extLst>
            </p:cNvPr>
            <p:cNvSpPr/>
            <p:nvPr/>
          </p:nvSpPr>
          <p:spPr>
            <a:xfrm>
              <a:off x="15960438" y="2441243"/>
              <a:ext cx="3553690" cy="236406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getRecordRec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:map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</a:rPr>
                <a:t>saveRecordRec</a:t>
              </a:r>
              <a:r>
                <a:rPr lang="en-US" altLang="zh-TW" sz="3200" dirty="0">
                  <a:solidFill>
                    <a:schemeClr val="tx1"/>
                  </a:solidFill>
                </a:rPr>
                <a:t>() :bool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  <a:highlight>
                    <a:srgbClr val="FFFF00"/>
                  </a:highlight>
                </a:rPr>
                <a:t>updateRecordRec</a:t>
              </a:r>
              <a:r>
                <a:rPr lang="en-US" altLang="zh-TW" sz="32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() :</a:t>
              </a:r>
            </a:p>
            <a:p>
              <a:pPr algn="ctr"/>
              <a:r>
                <a:rPr lang="en-US" altLang="zh-TW" sz="32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+</a:t>
              </a:r>
              <a:r>
                <a:rPr lang="en-US" altLang="zh-TW" sz="3200" dirty="0" err="1">
                  <a:solidFill>
                    <a:schemeClr val="tx1"/>
                  </a:solidFill>
                  <a:highlight>
                    <a:srgbClr val="FFFF00"/>
                  </a:highlight>
                </a:rPr>
                <a:t>addRecordRec</a:t>
              </a:r>
              <a:r>
                <a:rPr lang="en-US" altLang="zh-TW" sz="32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() :</a:t>
              </a:r>
            </a:p>
          </p:txBody>
        </p:sp>
      </p:grp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D7A8511E-3C66-51C3-49B0-DCB71324DDAD}"/>
              </a:ext>
            </a:extLst>
          </p:cNvPr>
          <p:cNvCxnSpPr>
            <a:cxnSpLocks/>
            <a:stCxn id="76" idx="0"/>
            <a:endCxn id="68" idx="2"/>
          </p:cNvCxnSpPr>
          <p:nvPr/>
        </p:nvCxnSpPr>
        <p:spPr>
          <a:xfrm flipH="1" flipV="1">
            <a:off x="16625537" y="14957678"/>
            <a:ext cx="934080" cy="1318178"/>
          </a:xfrm>
          <a:prstGeom prst="straightConnector1">
            <a:avLst/>
          </a:prstGeom>
          <a:ln w="38100">
            <a:prstDash val="dash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直線單箭頭接點 116">
            <a:extLst>
              <a:ext uri="{FF2B5EF4-FFF2-40B4-BE49-F238E27FC236}">
                <a16:creationId xmlns:a16="http://schemas.microsoft.com/office/drawing/2014/main" id="{300CC929-2005-FEE1-1B5A-EF2285042517}"/>
              </a:ext>
            </a:extLst>
          </p:cNvPr>
          <p:cNvCxnSpPr>
            <a:cxnSpLocks/>
            <a:stCxn id="69" idx="3"/>
            <a:endCxn id="23" idx="1"/>
          </p:cNvCxnSpPr>
          <p:nvPr/>
        </p:nvCxnSpPr>
        <p:spPr>
          <a:xfrm flipV="1">
            <a:off x="18707976" y="8280361"/>
            <a:ext cx="1768214" cy="981719"/>
          </a:xfrm>
          <a:prstGeom prst="straightConnector1">
            <a:avLst/>
          </a:prstGeom>
          <a:ln w="38100">
            <a:prstDash val="dash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群組 2">
            <a:extLst>
              <a:ext uri="{FF2B5EF4-FFF2-40B4-BE49-F238E27FC236}">
                <a16:creationId xmlns:a16="http://schemas.microsoft.com/office/drawing/2014/main" id="{2F551364-295E-9004-25CE-3002F4F5CE71}"/>
              </a:ext>
            </a:extLst>
          </p:cNvPr>
          <p:cNvGrpSpPr/>
          <p:nvPr/>
        </p:nvGrpSpPr>
        <p:grpSpPr>
          <a:xfrm>
            <a:off x="8936198" y="16337188"/>
            <a:ext cx="4162372" cy="2495267"/>
            <a:chOff x="8241924" y="2348340"/>
            <a:chExt cx="3553690" cy="2495267"/>
          </a:xfrm>
        </p:grpSpPr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EE6F31AE-5D5A-8984-C021-C3EE04E54DFA}"/>
                </a:ext>
              </a:extLst>
            </p:cNvPr>
            <p:cNvGrpSpPr/>
            <p:nvPr/>
          </p:nvGrpSpPr>
          <p:grpSpPr>
            <a:xfrm>
              <a:off x="8241924" y="2348340"/>
              <a:ext cx="3553690" cy="1457833"/>
              <a:chOff x="3512128" y="5071461"/>
              <a:chExt cx="2389909" cy="438298"/>
            </a:xfrm>
          </p:grpSpPr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74CD4D96-2092-7F2A-7EA1-3F41DEFDBEDB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6883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51BF2223-8FE9-9109-D5ED-73CE3541AE14}"/>
                  </a:ext>
                </a:extLst>
              </p:cNvPr>
              <p:cNvSpPr/>
              <p:nvPr/>
            </p:nvSpPr>
            <p:spPr>
              <a:xfrm>
                <a:off x="3512128" y="5071461"/>
                <a:ext cx="2389909" cy="26946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UserHosUI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F2116F56-858F-3B08-EC58-815355E773E7}"/>
                </a:ext>
              </a:extLst>
            </p:cNvPr>
            <p:cNvSpPr/>
            <p:nvPr/>
          </p:nvSpPr>
          <p:spPr>
            <a:xfrm>
              <a:off x="8241924" y="3806174"/>
              <a:ext cx="3553690" cy="103743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  <a:highlight>
                    <a:srgbClr val="FFFF00"/>
                  </a:highlight>
                </a:rPr>
                <a:t>keepUser_hos</a:t>
              </a:r>
              <a:r>
                <a:rPr lang="en-US" altLang="zh-TW" sz="32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() :</a:t>
              </a:r>
            </a:p>
          </p:txBody>
        </p:sp>
      </p:grpSp>
      <p:grpSp>
        <p:nvGrpSpPr>
          <p:cNvPr id="115" name="群組 114">
            <a:extLst>
              <a:ext uri="{FF2B5EF4-FFF2-40B4-BE49-F238E27FC236}">
                <a16:creationId xmlns:a16="http://schemas.microsoft.com/office/drawing/2014/main" id="{810A1F01-6E9E-E789-1A14-D7C3642028ED}"/>
              </a:ext>
            </a:extLst>
          </p:cNvPr>
          <p:cNvGrpSpPr/>
          <p:nvPr/>
        </p:nvGrpSpPr>
        <p:grpSpPr>
          <a:xfrm>
            <a:off x="14978546" y="24054707"/>
            <a:ext cx="4686761" cy="2932749"/>
            <a:chOff x="8241924" y="2348340"/>
            <a:chExt cx="3553690" cy="2093522"/>
          </a:xfrm>
        </p:grpSpPr>
        <p:grpSp>
          <p:nvGrpSpPr>
            <p:cNvPr id="116" name="群組 115">
              <a:extLst>
                <a:ext uri="{FF2B5EF4-FFF2-40B4-BE49-F238E27FC236}">
                  <a16:creationId xmlns:a16="http://schemas.microsoft.com/office/drawing/2014/main" id="{1A5D5BA9-FB91-147C-2FE1-CC8EA590D78F}"/>
                </a:ext>
              </a:extLst>
            </p:cNvPr>
            <p:cNvGrpSpPr/>
            <p:nvPr/>
          </p:nvGrpSpPr>
          <p:grpSpPr>
            <a:xfrm>
              <a:off x="8241924" y="2348340"/>
              <a:ext cx="3553690" cy="1457833"/>
              <a:chOff x="3512128" y="5071461"/>
              <a:chExt cx="2389909" cy="438298"/>
            </a:xfrm>
          </p:grpSpPr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8C885C29-19F8-6872-6E3E-39D569D27CF1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6883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>
                    <a:solidFill>
                      <a:schemeClr val="tx1"/>
                    </a:solidFill>
                  </a:rPr>
                  <a:t>- </a:t>
                </a:r>
                <a:r>
                  <a:rPr lang="en-US" altLang="zh-TW" sz="3200" dirty="0" err="1">
                    <a:solidFill>
                      <a:schemeClr val="tx1"/>
                    </a:solidFill>
                  </a:rPr>
                  <a:t>userHosId</a:t>
                </a:r>
                <a:r>
                  <a:rPr lang="en-US" altLang="zh-TW" sz="3200" dirty="0">
                    <a:solidFill>
                      <a:schemeClr val="tx1"/>
                    </a:solidFill>
                  </a:rPr>
                  <a:t> :int</a:t>
                </a:r>
              </a:p>
            </p:txBody>
          </p:sp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85F1D44D-08C5-D40A-9CEC-4773D2C6BCE2}"/>
                  </a:ext>
                </a:extLst>
              </p:cNvPr>
              <p:cNvSpPr/>
              <p:nvPr/>
            </p:nvSpPr>
            <p:spPr>
              <a:xfrm>
                <a:off x="3512128" y="5071461"/>
                <a:ext cx="2389909" cy="26946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UserHos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A531D1FA-1AEE-B199-A8FA-F986146DB4DD}"/>
                </a:ext>
              </a:extLst>
            </p:cNvPr>
            <p:cNvSpPr/>
            <p:nvPr/>
          </p:nvSpPr>
          <p:spPr>
            <a:xfrm>
              <a:off x="8241924" y="3806175"/>
              <a:ext cx="3553690" cy="6356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  <a:highlight>
                    <a:srgbClr val="FFFF00"/>
                  </a:highlight>
                </a:rPr>
                <a:t>saveUser_hosRec</a:t>
              </a:r>
              <a:r>
                <a:rPr lang="en-US" altLang="zh-TW" sz="32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() :</a:t>
              </a:r>
            </a:p>
          </p:txBody>
        </p:sp>
      </p:grpSp>
      <p:grpSp>
        <p:nvGrpSpPr>
          <p:cNvPr id="124" name="群組 123">
            <a:extLst>
              <a:ext uri="{FF2B5EF4-FFF2-40B4-BE49-F238E27FC236}">
                <a16:creationId xmlns:a16="http://schemas.microsoft.com/office/drawing/2014/main" id="{AD25451D-A61D-C34D-E92E-908FBBA8AE5A}"/>
              </a:ext>
            </a:extLst>
          </p:cNvPr>
          <p:cNvGrpSpPr/>
          <p:nvPr/>
        </p:nvGrpSpPr>
        <p:grpSpPr>
          <a:xfrm>
            <a:off x="22339241" y="23628986"/>
            <a:ext cx="4715193" cy="2495267"/>
            <a:chOff x="8241924" y="2348340"/>
            <a:chExt cx="3553690" cy="2495267"/>
          </a:xfrm>
        </p:grpSpPr>
        <p:grpSp>
          <p:nvGrpSpPr>
            <p:cNvPr id="125" name="群組 124">
              <a:extLst>
                <a:ext uri="{FF2B5EF4-FFF2-40B4-BE49-F238E27FC236}">
                  <a16:creationId xmlns:a16="http://schemas.microsoft.com/office/drawing/2014/main" id="{7132DD51-57FC-1495-7C7F-C8B106FA9B4B}"/>
                </a:ext>
              </a:extLst>
            </p:cNvPr>
            <p:cNvGrpSpPr/>
            <p:nvPr/>
          </p:nvGrpSpPr>
          <p:grpSpPr>
            <a:xfrm>
              <a:off x="8241924" y="2348340"/>
              <a:ext cx="3553690" cy="1457833"/>
              <a:chOff x="3512128" y="5071461"/>
              <a:chExt cx="2389909" cy="438298"/>
            </a:xfrm>
          </p:grpSpPr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B50F85FB-1B94-49C4-6FEC-F59B91089BEB}"/>
                  </a:ext>
                </a:extLst>
              </p:cNvPr>
              <p:cNvSpPr/>
              <p:nvPr/>
            </p:nvSpPr>
            <p:spPr>
              <a:xfrm>
                <a:off x="3512128" y="5340927"/>
                <a:ext cx="2389909" cy="16883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EA7DCB25-805A-12A6-CC39-20BFF6684C79}"/>
                  </a:ext>
                </a:extLst>
              </p:cNvPr>
              <p:cNvSpPr/>
              <p:nvPr/>
            </p:nvSpPr>
            <p:spPr>
              <a:xfrm>
                <a:off x="3512128" y="5071461"/>
                <a:ext cx="2389909" cy="26946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dirty="0" err="1">
                    <a:solidFill>
                      <a:schemeClr val="tx1"/>
                    </a:solidFill>
                  </a:rPr>
                  <a:t>UserHosDB</a:t>
                </a:r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4DCC0F61-F1B8-431A-7DDF-78B3E681D1EB}"/>
                </a:ext>
              </a:extLst>
            </p:cNvPr>
            <p:cNvSpPr/>
            <p:nvPr/>
          </p:nvSpPr>
          <p:spPr>
            <a:xfrm>
              <a:off x="8241924" y="3806174"/>
              <a:ext cx="3553690" cy="103743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2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+ </a:t>
              </a:r>
              <a:r>
                <a:rPr lang="en-US" altLang="zh-TW" sz="3200" dirty="0" err="1">
                  <a:solidFill>
                    <a:schemeClr val="tx1"/>
                  </a:solidFill>
                  <a:highlight>
                    <a:srgbClr val="FFFF00"/>
                  </a:highlight>
                </a:rPr>
                <a:t>saveUser_hosRec</a:t>
              </a:r>
              <a:r>
                <a:rPr lang="en-US" altLang="zh-TW" sz="32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() :</a:t>
              </a:r>
            </a:p>
          </p:txBody>
        </p:sp>
      </p:grpSp>
      <p:sp>
        <p:nvSpPr>
          <p:cNvPr id="130" name="文字方塊 129">
            <a:extLst>
              <a:ext uri="{FF2B5EF4-FFF2-40B4-BE49-F238E27FC236}">
                <a16:creationId xmlns:a16="http://schemas.microsoft.com/office/drawing/2014/main" id="{201B508F-D10C-A7C6-6723-24BE87B00037}"/>
              </a:ext>
            </a:extLst>
          </p:cNvPr>
          <p:cNvSpPr txBox="1"/>
          <p:nvPr/>
        </p:nvSpPr>
        <p:spPr>
          <a:xfrm>
            <a:off x="25546313" y="16820270"/>
            <a:ext cx="31383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 err="1">
                <a:solidFill>
                  <a:schemeClr val="tx1"/>
                </a:solidFill>
              </a:rPr>
              <a:t>GoogleMapsAPI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cxnSp>
        <p:nvCxnSpPr>
          <p:cNvPr id="159" name="直線單箭頭接點 158">
            <a:extLst>
              <a:ext uri="{FF2B5EF4-FFF2-40B4-BE49-F238E27FC236}">
                <a16:creationId xmlns:a16="http://schemas.microsoft.com/office/drawing/2014/main" id="{E3E4B7DE-A20A-D172-7641-B0F95AB353C3}"/>
              </a:ext>
            </a:extLst>
          </p:cNvPr>
          <p:cNvCxnSpPr>
            <a:cxnSpLocks/>
            <a:stCxn id="49" idx="3"/>
            <a:endCxn id="61" idx="1"/>
          </p:cNvCxnSpPr>
          <p:nvPr/>
        </p:nvCxnSpPr>
        <p:spPr>
          <a:xfrm>
            <a:off x="4486637" y="4950896"/>
            <a:ext cx="4449561" cy="11834431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直線單箭頭接點 163">
            <a:extLst>
              <a:ext uri="{FF2B5EF4-FFF2-40B4-BE49-F238E27FC236}">
                <a16:creationId xmlns:a16="http://schemas.microsoft.com/office/drawing/2014/main" id="{9AF25779-037B-EED2-AC41-158EBC4355B4}"/>
              </a:ext>
            </a:extLst>
          </p:cNvPr>
          <p:cNvCxnSpPr>
            <a:cxnSpLocks/>
            <a:stCxn id="39" idx="2"/>
            <a:endCxn id="120" idx="1"/>
          </p:cNvCxnSpPr>
          <p:nvPr/>
        </p:nvCxnSpPr>
        <p:spPr>
          <a:xfrm>
            <a:off x="11017384" y="18832455"/>
            <a:ext cx="3961162" cy="5850035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直線單箭頭接點 169">
            <a:extLst>
              <a:ext uri="{FF2B5EF4-FFF2-40B4-BE49-F238E27FC236}">
                <a16:creationId xmlns:a16="http://schemas.microsoft.com/office/drawing/2014/main" id="{D5D415D7-6939-C3FE-A7B9-13346A804FE1}"/>
              </a:ext>
            </a:extLst>
          </p:cNvPr>
          <p:cNvCxnSpPr>
            <a:cxnSpLocks/>
            <a:stCxn id="120" idx="3"/>
            <a:endCxn id="127" idx="1"/>
          </p:cNvCxnSpPr>
          <p:nvPr/>
        </p:nvCxnSpPr>
        <p:spPr>
          <a:xfrm>
            <a:off x="19665307" y="24682490"/>
            <a:ext cx="2673934" cy="123551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01EF77AF-A039-5655-DE88-B90943D922A9}"/>
              </a:ext>
            </a:extLst>
          </p:cNvPr>
          <p:cNvSpPr txBox="1"/>
          <p:nvPr/>
        </p:nvSpPr>
        <p:spPr>
          <a:xfrm>
            <a:off x="8693345" y="15669296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20FAB89F-D946-F791-CBFB-28B42BFA48D1}"/>
              </a:ext>
            </a:extLst>
          </p:cNvPr>
          <p:cNvSpPr txBox="1"/>
          <p:nvPr/>
        </p:nvSpPr>
        <p:spPr>
          <a:xfrm>
            <a:off x="14538706" y="23455416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5AA334E3-F8CF-AD75-6DE7-26EBAB9A94B0}"/>
              </a:ext>
            </a:extLst>
          </p:cNvPr>
          <p:cNvSpPr txBox="1"/>
          <p:nvPr/>
        </p:nvSpPr>
        <p:spPr>
          <a:xfrm>
            <a:off x="21762611" y="24937496"/>
            <a:ext cx="38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</a:t>
            </a:r>
            <a:endParaRPr lang="zh-TW" altLang="en-US" sz="3200" dirty="0"/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718696B1-C1F3-BA68-604D-5CAC7540D7A1}"/>
              </a:ext>
            </a:extLst>
          </p:cNvPr>
          <p:cNvSpPr txBox="1"/>
          <p:nvPr/>
        </p:nvSpPr>
        <p:spPr>
          <a:xfrm>
            <a:off x="8384476" y="14865288"/>
            <a:ext cx="1914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/>
              <a:t>userhosUI</a:t>
            </a:r>
            <a:endParaRPr lang="zh-TW" altLang="en-US" sz="3200" dirty="0"/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5A91E291-B4B0-F31F-689B-AEFACA8BF36C}"/>
              </a:ext>
            </a:extLst>
          </p:cNvPr>
          <p:cNvSpPr txBox="1"/>
          <p:nvPr/>
        </p:nvSpPr>
        <p:spPr>
          <a:xfrm>
            <a:off x="12938673" y="21118511"/>
            <a:ext cx="1914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/>
              <a:t>userhos</a:t>
            </a:r>
            <a:endParaRPr lang="zh-TW" altLang="en-US" sz="3200" dirty="0"/>
          </a:p>
        </p:txBody>
      </p: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CD245255-70F6-B01C-FCAC-DB5D46C2D021}"/>
              </a:ext>
            </a:extLst>
          </p:cNvPr>
          <p:cNvSpPr txBox="1"/>
          <p:nvPr/>
        </p:nvSpPr>
        <p:spPr>
          <a:xfrm>
            <a:off x="19911059" y="24025617"/>
            <a:ext cx="2150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/>
              <a:t>userhosDB</a:t>
            </a:r>
            <a:endParaRPr lang="zh-TW" altLang="en-US" sz="3200" dirty="0"/>
          </a:p>
        </p:txBody>
      </p:sp>
      <p:cxnSp>
        <p:nvCxnSpPr>
          <p:cNvPr id="131" name="直線單箭頭接點 130">
            <a:extLst>
              <a:ext uri="{FF2B5EF4-FFF2-40B4-BE49-F238E27FC236}">
                <a16:creationId xmlns:a16="http://schemas.microsoft.com/office/drawing/2014/main" id="{2485D137-21FE-4555-1EE8-117D084FD0FF}"/>
              </a:ext>
            </a:extLst>
          </p:cNvPr>
          <p:cNvCxnSpPr>
            <a:cxnSpLocks/>
            <a:stCxn id="118" idx="2"/>
            <a:endCxn id="81" idx="0"/>
          </p:cNvCxnSpPr>
          <p:nvPr/>
        </p:nvCxnSpPr>
        <p:spPr>
          <a:xfrm>
            <a:off x="17321927" y="26987456"/>
            <a:ext cx="43174" cy="1273532"/>
          </a:xfrm>
          <a:prstGeom prst="straightConnector1">
            <a:avLst/>
          </a:prstGeom>
          <a:ln w="38100">
            <a:prstDash val="dash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文字方塊 140">
            <a:extLst>
              <a:ext uri="{FF2B5EF4-FFF2-40B4-BE49-F238E27FC236}">
                <a16:creationId xmlns:a16="http://schemas.microsoft.com/office/drawing/2014/main" id="{6541C2FC-1715-642F-877C-4A42AAF30356}"/>
              </a:ext>
            </a:extLst>
          </p:cNvPr>
          <p:cNvSpPr txBox="1"/>
          <p:nvPr/>
        </p:nvSpPr>
        <p:spPr>
          <a:xfrm>
            <a:off x="17640459" y="27529876"/>
            <a:ext cx="78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0..*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33687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題">
  <a:themeElements>
    <a:clrScheme name="Office 2013 - 2022 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964</TotalTime>
  <Words>824</Words>
  <Application>Microsoft Office PowerPoint</Application>
  <PresentationFormat>自訂</PresentationFormat>
  <Paragraphs>274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2013 - 2022 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Yangjia Wang</dc:creator>
  <cp:lastModifiedBy>11046012_洪孟筠</cp:lastModifiedBy>
  <cp:revision>67</cp:revision>
  <dcterms:created xsi:type="dcterms:W3CDTF">2024-05-30T13:26:40Z</dcterms:created>
  <dcterms:modified xsi:type="dcterms:W3CDTF">2025-09-20T08:55:21Z</dcterms:modified>
</cp:coreProperties>
</file>